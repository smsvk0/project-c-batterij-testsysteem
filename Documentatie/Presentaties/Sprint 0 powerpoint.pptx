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5T11:09:26.969"/>
    <p1510:client id="{7BF36AD7-C758-85FC-7404-E698748FD9CD}" v="25" dt="2026-09-15T10:33:53.652"/>
    <p1510:client id="{B71B9C16-93D1-460F-BC91-93052C0D7E79}" v="36" dt="2026-09-15T11:03:32.433"/>
    <p1510:client id="{D619E7FF-5932-426A-264C-270146E0FD6F}" v="57" dt="2026-09-15T11:09:01.654"/>
    <p1510:client id="{DC3660E5-A887-4E82-B28C-2F7B9A68551C}" v="42" dt="2026-09-15T10:49:46.425"/>
    <p1510:client id="{FE1F9D68-ACAD-9D0A-54E4-27C01CDFDDF8}" v="4" dt="2026-09-15T11:09:46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Grunwald (1120269)" userId="S::1120269@hr.nl::688602d6-afee-4e1d-81f9-4fe9d65b489b" providerId="AD" clId="Web-{00000000-0000-0000-0000-000000000000}"/>
    <pc:docChg chg="modSld">
      <pc:chgData name="Adam Grunwald (1120269)" userId="S::1120269@hr.nl::688602d6-afee-4e1d-81f9-4fe9d65b489b" providerId="AD" clId="Web-{00000000-0000-0000-0000-000000000000}" dt="2026-09-15T11:09:26.969" v="0"/>
      <pc:docMkLst>
        <pc:docMk/>
      </pc:docMkLst>
      <pc:sldChg chg="addSp modSp">
        <pc:chgData name="Adam Grunwald (1120269)" userId="S::1120269@hr.nl::688602d6-afee-4e1d-81f9-4fe9d65b489b" providerId="AD" clId="Web-{00000000-0000-0000-0000-000000000000}" dt="2026-09-15T11:09:26.969" v="0"/>
        <pc:sldMkLst>
          <pc:docMk/>
          <pc:sldMk cId="2091200981" sldId="258"/>
        </pc:sldMkLst>
        <pc:picChg chg="add mod">
          <ac:chgData name="Adam Grunwald (1120269)" userId="S::1120269@hr.nl::688602d6-afee-4e1d-81f9-4fe9d65b489b" providerId="AD" clId="Web-{00000000-0000-0000-0000-000000000000}" dt="2026-09-15T11:09:26.969" v="0"/>
          <ac:picMkLst>
            <pc:docMk/>
            <pc:sldMk cId="2091200981" sldId="258"/>
            <ac:picMk id="5" creationId="{60A478B5-89CA-0EF9-71D6-A51DF21FBB16}"/>
          </ac:picMkLst>
        </pc:picChg>
      </pc:sldChg>
    </pc:docChg>
  </pc:docChgLst>
  <pc:docChgLst>
    <pc:chgData name="Adam Grunwald (1120269)" userId="S::1120269@hr.nl::688602d6-afee-4e1d-81f9-4fe9d65b489b" providerId="AD" clId="Web-{7BF36AD7-C758-85FC-7404-E698748FD9CD}"/>
    <pc:docChg chg="modSld">
      <pc:chgData name="Adam Grunwald (1120269)" userId="S::1120269@hr.nl::688602d6-afee-4e1d-81f9-4fe9d65b489b" providerId="AD" clId="Web-{7BF36AD7-C758-85FC-7404-E698748FD9CD}" dt="2026-09-15T10:33:51.089" v="10" actId="20577"/>
      <pc:docMkLst>
        <pc:docMk/>
      </pc:docMkLst>
      <pc:sldChg chg="modSp">
        <pc:chgData name="Adam Grunwald (1120269)" userId="S::1120269@hr.nl::688602d6-afee-4e1d-81f9-4fe9d65b489b" providerId="AD" clId="Web-{7BF36AD7-C758-85FC-7404-E698748FD9CD}" dt="2026-09-15T10:33:51.089" v="10" actId="20577"/>
        <pc:sldMkLst>
          <pc:docMk/>
          <pc:sldMk cId="2091200981" sldId="258"/>
        </pc:sldMkLst>
        <pc:spChg chg="mod">
          <ac:chgData name="Adam Grunwald (1120269)" userId="S::1120269@hr.nl::688602d6-afee-4e1d-81f9-4fe9d65b489b" providerId="AD" clId="Web-{7BF36AD7-C758-85FC-7404-E698748FD9CD}" dt="2026-09-15T10:33:51.089" v="10" actId="20577"/>
          <ac:spMkLst>
            <pc:docMk/>
            <pc:sldMk cId="2091200981" sldId="258"/>
            <ac:spMk id="4" creationId="{729C2346-2B6C-4EEA-5DB0-C665CA862EDE}"/>
          </ac:spMkLst>
        </pc:spChg>
      </pc:sldChg>
    </pc:docChg>
  </pc:docChgLst>
  <pc:docChgLst>
    <pc:chgData name="Adam Grunwald (1120269)" userId="S::1120269@hr.nl::688602d6-afee-4e1d-81f9-4fe9d65b489b" providerId="AD" clId="Web-{D619E7FF-5932-426A-264C-270146E0FD6F}"/>
    <pc:docChg chg="modSld">
      <pc:chgData name="Adam Grunwald (1120269)" userId="S::1120269@hr.nl::688602d6-afee-4e1d-81f9-4fe9d65b489b" providerId="AD" clId="Web-{D619E7FF-5932-426A-264C-270146E0FD6F}" dt="2026-09-15T11:09:01.654" v="26"/>
      <pc:docMkLst>
        <pc:docMk/>
      </pc:docMkLst>
      <pc:sldChg chg="addSp modSp">
        <pc:chgData name="Adam Grunwald (1120269)" userId="S::1120269@hr.nl::688602d6-afee-4e1d-81f9-4fe9d65b489b" providerId="AD" clId="Web-{D619E7FF-5932-426A-264C-270146E0FD6F}" dt="2026-09-15T11:09:01.654" v="26"/>
        <pc:sldMkLst>
          <pc:docMk/>
          <pc:sldMk cId="2091200981" sldId="258"/>
        </pc:sldMkLst>
        <pc:spChg chg="mod">
          <ac:chgData name="Adam Grunwald (1120269)" userId="S::1120269@hr.nl::688602d6-afee-4e1d-81f9-4fe9d65b489b" providerId="AD" clId="Web-{D619E7FF-5932-426A-264C-270146E0FD6F}" dt="2026-09-15T11:07:55.872" v="25" actId="20577"/>
          <ac:spMkLst>
            <pc:docMk/>
            <pc:sldMk cId="2091200981" sldId="258"/>
            <ac:spMk id="4" creationId="{729C2346-2B6C-4EEA-5DB0-C665CA862EDE}"/>
          </ac:spMkLst>
        </pc:spChg>
        <pc:picChg chg="add mod">
          <ac:chgData name="Adam Grunwald (1120269)" userId="S::1120269@hr.nl::688602d6-afee-4e1d-81f9-4fe9d65b489b" providerId="AD" clId="Web-{D619E7FF-5932-426A-264C-270146E0FD6F}" dt="2026-09-15T11:09:01.654" v="26"/>
          <ac:picMkLst>
            <pc:docMk/>
            <pc:sldMk cId="2091200981" sldId="258"/>
            <ac:picMk id="3" creationId="{95C62E78-3478-238A-D1E0-A1AF4EEDF8D9}"/>
          </ac:picMkLst>
        </pc:picChg>
      </pc:sldChg>
    </pc:docChg>
  </pc:docChgLst>
  <pc:docChgLst>
    <pc:chgData name="Rio Balak (1121624)" userId="af06b042-8f63-4d62-82a1-f31a47adc77e" providerId="ADAL" clId="{1209A3E3-BEFE-4F03-A255-61291033694E}"/>
    <pc:docChg chg="custSel modSld">
      <pc:chgData name="Rio Balak (1121624)" userId="af06b042-8f63-4d62-82a1-f31a47adc77e" providerId="ADAL" clId="{1209A3E3-BEFE-4F03-A255-61291033694E}" dt="2026-09-15T11:03:32.433" v="35" actId="27636"/>
      <pc:docMkLst>
        <pc:docMk/>
      </pc:docMkLst>
      <pc:sldChg chg="modSp mod">
        <pc:chgData name="Rio Balak (1121624)" userId="af06b042-8f63-4d62-82a1-f31a47adc77e" providerId="ADAL" clId="{1209A3E3-BEFE-4F03-A255-61291033694E}" dt="2026-09-15T11:03:32.433" v="35" actId="27636"/>
        <pc:sldMkLst>
          <pc:docMk/>
          <pc:sldMk cId="3363045354" sldId="256"/>
        </pc:sldMkLst>
        <pc:spChg chg="mod">
          <ac:chgData name="Rio Balak (1121624)" userId="af06b042-8f63-4d62-82a1-f31a47adc77e" providerId="ADAL" clId="{1209A3E3-BEFE-4F03-A255-61291033694E}" dt="2026-09-15T11:03:32.433" v="35" actId="27636"/>
          <ac:spMkLst>
            <pc:docMk/>
            <pc:sldMk cId="3363045354" sldId="256"/>
            <ac:spMk id="2" creationId="{0670310B-9B3A-ABC5-1152-4340031A4034}"/>
          </ac:spMkLst>
        </pc:spChg>
      </pc:sldChg>
      <pc:sldChg chg="modSp mod">
        <pc:chgData name="Rio Balak (1121624)" userId="af06b042-8f63-4d62-82a1-f31a47adc77e" providerId="ADAL" clId="{1209A3E3-BEFE-4F03-A255-61291033694E}" dt="2026-09-15T10:35:58.040" v="12" actId="313"/>
        <pc:sldMkLst>
          <pc:docMk/>
          <pc:sldMk cId="3086034010" sldId="257"/>
        </pc:sldMkLst>
        <pc:spChg chg="mod">
          <ac:chgData name="Rio Balak (1121624)" userId="af06b042-8f63-4d62-82a1-f31a47adc77e" providerId="ADAL" clId="{1209A3E3-BEFE-4F03-A255-61291033694E}" dt="2026-09-15T10:35:58.040" v="12" actId="313"/>
          <ac:spMkLst>
            <pc:docMk/>
            <pc:sldMk cId="3086034010" sldId="257"/>
            <ac:spMk id="3" creationId="{8AF37C29-A429-FE03-456A-21BE132D9FDB}"/>
          </ac:spMkLst>
        </pc:spChg>
      </pc:sldChg>
      <pc:sldChg chg="modSp mod">
        <pc:chgData name="Rio Balak (1121624)" userId="af06b042-8f63-4d62-82a1-f31a47adc77e" providerId="ADAL" clId="{1209A3E3-BEFE-4F03-A255-61291033694E}" dt="2026-09-15T10:34:17.304" v="8" actId="20577"/>
        <pc:sldMkLst>
          <pc:docMk/>
          <pc:sldMk cId="1767472487" sldId="260"/>
        </pc:sldMkLst>
        <pc:spChg chg="mod">
          <ac:chgData name="Rio Balak (1121624)" userId="af06b042-8f63-4d62-82a1-f31a47adc77e" providerId="ADAL" clId="{1209A3E3-BEFE-4F03-A255-61291033694E}" dt="2026-09-15T10:34:17.304" v="8" actId="20577"/>
          <ac:spMkLst>
            <pc:docMk/>
            <pc:sldMk cId="1767472487" sldId="260"/>
            <ac:spMk id="2" creationId="{E7F36B33-3E9E-6137-7ACD-36E9DD585F81}"/>
          </ac:spMkLst>
        </pc:spChg>
      </pc:sldChg>
      <pc:sldChg chg="modSp mod">
        <pc:chgData name="Rio Balak (1121624)" userId="af06b042-8f63-4d62-82a1-f31a47adc77e" providerId="ADAL" clId="{1209A3E3-BEFE-4F03-A255-61291033694E}" dt="2026-09-15T10:34:36.657" v="11" actId="20577"/>
        <pc:sldMkLst>
          <pc:docMk/>
          <pc:sldMk cId="138436121" sldId="262"/>
        </pc:sldMkLst>
        <pc:spChg chg="mod">
          <ac:chgData name="Rio Balak (1121624)" userId="af06b042-8f63-4d62-82a1-f31a47adc77e" providerId="ADAL" clId="{1209A3E3-BEFE-4F03-A255-61291033694E}" dt="2026-09-15T10:34:36.657" v="11" actId="20577"/>
          <ac:spMkLst>
            <pc:docMk/>
            <pc:sldMk cId="138436121" sldId="262"/>
            <ac:spMk id="3" creationId="{FC812D1F-A6C1-F1D9-28E0-9EE419B81C4F}"/>
          </ac:spMkLst>
        </pc:spChg>
      </pc:sldChg>
    </pc:docChg>
  </pc:docChgLst>
  <pc:docChgLst>
    <pc:chgData name="Adam Grunwald (1120269)" userId="S::1120269@hr.nl::688602d6-afee-4e1d-81f9-4fe9d65b489b" providerId="AD" clId="Web-{FE1F9D68-ACAD-9D0A-54E4-27C01CDFDDF8}"/>
    <pc:docChg chg="modSld">
      <pc:chgData name="Adam Grunwald (1120269)" userId="S::1120269@hr.nl::688602d6-afee-4e1d-81f9-4fe9d65b489b" providerId="AD" clId="Web-{FE1F9D68-ACAD-9D0A-54E4-27C01CDFDDF8}" dt="2026-09-15T11:09:46.680" v="3" actId="1076"/>
      <pc:docMkLst>
        <pc:docMk/>
      </pc:docMkLst>
      <pc:sldChg chg="delSp modSp">
        <pc:chgData name="Adam Grunwald (1120269)" userId="S::1120269@hr.nl::688602d6-afee-4e1d-81f9-4fe9d65b489b" providerId="AD" clId="Web-{FE1F9D68-ACAD-9D0A-54E4-27C01CDFDDF8}" dt="2026-09-15T11:09:46.680" v="3" actId="1076"/>
        <pc:sldMkLst>
          <pc:docMk/>
          <pc:sldMk cId="2091200981" sldId="258"/>
        </pc:sldMkLst>
        <pc:picChg chg="mod">
          <ac:chgData name="Adam Grunwald (1120269)" userId="S::1120269@hr.nl::688602d6-afee-4e1d-81f9-4fe9d65b489b" providerId="AD" clId="Web-{FE1F9D68-ACAD-9D0A-54E4-27C01CDFDDF8}" dt="2026-09-15T11:09:46.680" v="3" actId="1076"/>
          <ac:picMkLst>
            <pc:docMk/>
            <pc:sldMk cId="2091200981" sldId="258"/>
            <ac:picMk id="3" creationId="{95C62E78-3478-238A-D1E0-A1AF4EEDF8D9}"/>
          </ac:picMkLst>
        </pc:picChg>
        <pc:picChg chg="del">
          <ac:chgData name="Adam Grunwald (1120269)" userId="S::1120269@hr.nl::688602d6-afee-4e1d-81f9-4fe9d65b489b" providerId="AD" clId="Web-{FE1F9D68-ACAD-9D0A-54E4-27C01CDFDDF8}" dt="2026-09-15T11:09:35.617" v="2"/>
          <ac:picMkLst>
            <pc:docMk/>
            <pc:sldMk cId="2091200981" sldId="258"/>
            <ac:picMk id="5" creationId="{60A478B5-89CA-0EF9-71D6-A51DF21FBB16}"/>
          </ac:picMkLst>
        </pc:picChg>
      </pc:sldChg>
    </pc:docChg>
  </pc:docChgLst>
  <pc:docChgLst>
    <pc:chgData name="Abhaypartap Singh Gill (1125778)" userId="S::1125778@hr.nl::18563383-121d-4a23-9a26-a249bc06a18d" providerId="AD" clId="Web-{DC3660E5-A887-4E82-B28C-2F7B9A68551C}"/>
    <pc:docChg chg="modSld">
      <pc:chgData name="Abhaypartap Singh Gill (1125778)" userId="S::1125778@hr.nl::18563383-121d-4a23-9a26-a249bc06a18d" providerId="AD" clId="Web-{DC3660E5-A887-4E82-B28C-2F7B9A68551C}" dt="2026-09-15T10:49:46.425" v="36" actId="20577"/>
      <pc:docMkLst>
        <pc:docMk/>
      </pc:docMkLst>
      <pc:sldChg chg="modSp">
        <pc:chgData name="Abhaypartap Singh Gill (1125778)" userId="S::1125778@hr.nl::18563383-121d-4a23-9a26-a249bc06a18d" providerId="AD" clId="Web-{DC3660E5-A887-4E82-B28C-2F7B9A68551C}" dt="2026-09-15T10:35:57.939" v="17" actId="20577"/>
        <pc:sldMkLst>
          <pc:docMk/>
          <pc:sldMk cId="3086034010" sldId="257"/>
        </pc:sldMkLst>
        <pc:spChg chg="mod">
          <ac:chgData name="Abhaypartap Singh Gill (1125778)" userId="S::1125778@hr.nl::18563383-121d-4a23-9a26-a249bc06a18d" providerId="AD" clId="Web-{DC3660E5-A887-4E82-B28C-2F7B9A68551C}" dt="2026-09-15T10:35:57.939" v="17" actId="20577"/>
          <ac:spMkLst>
            <pc:docMk/>
            <pc:sldMk cId="3086034010" sldId="257"/>
            <ac:spMk id="3" creationId="{8AF37C29-A429-FE03-456A-21BE132D9FDB}"/>
          </ac:spMkLst>
        </pc:spChg>
      </pc:sldChg>
      <pc:sldChg chg="modSp">
        <pc:chgData name="Abhaypartap Singh Gill (1125778)" userId="S::1125778@hr.nl::18563383-121d-4a23-9a26-a249bc06a18d" providerId="AD" clId="Web-{DC3660E5-A887-4E82-B28C-2F7B9A68551C}" dt="2026-09-15T10:49:46.425" v="36" actId="20577"/>
        <pc:sldMkLst>
          <pc:docMk/>
          <pc:sldMk cId="1767472487" sldId="260"/>
        </pc:sldMkLst>
        <pc:spChg chg="mod">
          <ac:chgData name="Abhaypartap Singh Gill (1125778)" userId="S::1125778@hr.nl::18563383-121d-4a23-9a26-a249bc06a18d" providerId="AD" clId="Web-{DC3660E5-A887-4E82-B28C-2F7B9A68551C}" dt="2026-09-15T10:49:46.425" v="36" actId="20577"/>
          <ac:spMkLst>
            <pc:docMk/>
            <pc:sldMk cId="1767472487" sldId="260"/>
            <ac:spMk id="3" creationId="{74A35401-ACDD-A60F-4A48-1F8CB5F00E9E}"/>
          </ac:spMkLst>
        </pc:spChg>
      </pc:sldChg>
      <pc:sldChg chg="modSp">
        <pc:chgData name="Abhaypartap Singh Gill (1125778)" userId="S::1125778@hr.nl::18563383-121d-4a23-9a26-a249bc06a18d" providerId="AD" clId="Web-{DC3660E5-A887-4E82-B28C-2F7B9A68551C}" dt="2026-09-15T10:43:58.299" v="34" actId="20577"/>
        <pc:sldMkLst>
          <pc:docMk/>
          <pc:sldMk cId="138436121" sldId="262"/>
        </pc:sldMkLst>
        <pc:spChg chg="mod">
          <ac:chgData name="Abhaypartap Singh Gill (1125778)" userId="S::1125778@hr.nl::18563383-121d-4a23-9a26-a249bc06a18d" providerId="AD" clId="Web-{DC3660E5-A887-4E82-B28C-2F7B9A68551C}" dt="2026-09-15T10:43:58.299" v="34" actId="20577"/>
          <ac:spMkLst>
            <pc:docMk/>
            <pc:sldMk cId="138436121" sldId="262"/>
            <ac:spMk id="3" creationId="{FC812D1F-A6C1-F1D9-28E0-9EE419B81C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70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771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0942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1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15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5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1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8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9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58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1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1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87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6979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88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1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1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03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52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76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05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396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676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48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50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7C28886-5BFD-4347-8E7A-7DA7D0294AFC}" type="datetimeFigureOut">
              <a:rPr lang="nl-NL" smtClean="0"/>
              <a:t>15-9-2026</a:t>
            </a:fld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3F93A83-5D6F-4678-80B1-798C4C020D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75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310B-9B3A-ABC5-1152-4340031A4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sz="3600" noProof="0"/>
              <a:t>Project C: </a:t>
            </a:r>
            <a:br>
              <a:rPr lang="nl-NL" sz="3600" noProof="0"/>
            </a:br>
            <a:r>
              <a:rPr lang="nl-NL" sz="3600" noProof="0"/>
              <a:t>Batterijsysteem</a:t>
            </a:r>
            <a:br>
              <a:rPr lang="nl-NL" sz="3600" noProof="0"/>
            </a:br>
            <a:br>
              <a:rPr lang="nl-NL" sz="3600" noProof="0"/>
            </a:br>
            <a:br>
              <a:rPr lang="nl-NL" sz="3600" noProof="0"/>
            </a:br>
            <a:br>
              <a:rPr lang="nl-NL" sz="3600" noProof="0"/>
            </a:br>
            <a:br>
              <a:rPr lang="nl-NL" sz="2400" noProof="0"/>
            </a:br>
            <a:br>
              <a:rPr lang="nl-NL" sz="2400" noProof="0"/>
            </a:br>
            <a:br>
              <a:rPr lang="nl-NL" sz="2400" noProof="0"/>
            </a:br>
            <a:r>
              <a:rPr lang="nl-NL" sz="2400" noProof="0"/>
              <a:t>Sprin</a:t>
            </a:r>
            <a:r>
              <a:rPr lang="nl-NL" sz="2400"/>
              <a:t>t 0</a:t>
            </a:r>
            <a:endParaRPr lang="nl-NL" sz="3600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9447C-B850-339A-C7AB-63457106B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1600" noProof="0"/>
              <a:t>Jelle van Gladbach, Adam </a:t>
            </a:r>
            <a:r>
              <a:rPr lang="nl-NL" sz="1600" noProof="0" err="1"/>
              <a:t>Grunwald</a:t>
            </a:r>
            <a:r>
              <a:rPr lang="nl-NL" sz="1600" noProof="0"/>
              <a:t>, </a:t>
            </a:r>
            <a:r>
              <a:rPr lang="nl-NL" sz="1600" noProof="0" err="1"/>
              <a:t>Abhaypartap</a:t>
            </a:r>
            <a:r>
              <a:rPr lang="nl-NL" sz="1600" noProof="0"/>
              <a:t> Singh </a:t>
            </a:r>
            <a:r>
              <a:rPr lang="nl-NL" sz="1600" noProof="0" err="1"/>
              <a:t>Gill</a:t>
            </a:r>
            <a:r>
              <a:rPr lang="nl-NL" sz="1600" noProof="0"/>
              <a:t>, Rio Balak, </a:t>
            </a:r>
            <a:r>
              <a:rPr lang="nl-NL" sz="1800" noProof="0" err="1"/>
              <a:t>Fatih</a:t>
            </a:r>
            <a:r>
              <a:rPr lang="nl-NL" sz="1800" noProof="0"/>
              <a:t> </a:t>
            </a:r>
            <a:r>
              <a:rPr lang="nl-NL" sz="1800" noProof="0" err="1"/>
              <a:t>Karagöz</a:t>
            </a:r>
            <a:endParaRPr lang="nl-NL" sz="1600" noProof="0"/>
          </a:p>
        </p:txBody>
      </p:sp>
    </p:spTree>
    <p:extLst>
      <p:ext uri="{BB962C8B-B14F-4D97-AF65-F5344CB8AC3E}">
        <p14:creationId xmlns:p14="http://schemas.microsoft.com/office/powerpoint/2010/main" val="336304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6822-66A9-12F2-BEEA-5E2DD036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Inhoudsopgave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37C29-A429-FE03-456A-21BE132D9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/>
              <a:t>Wat houdt het project in?</a:t>
            </a:r>
          </a:p>
          <a:p>
            <a:r>
              <a:rPr lang="nl-NL" noProof="0">
                <a:cs typeface="Arial"/>
              </a:rPr>
              <a:t>Wat is de </a:t>
            </a:r>
            <a:r>
              <a:rPr lang="nl-NL">
                <a:cs typeface="Arial"/>
              </a:rPr>
              <a:t>progressie</a:t>
            </a:r>
            <a:r>
              <a:rPr lang="nl-NL" noProof="0">
                <a:cs typeface="Arial"/>
              </a:rPr>
              <a:t> tot nu toe?</a:t>
            </a:r>
          </a:p>
          <a:p>
            <a:r>
              <a:rPr lang="nl-NL" noProof="0">
                <a:cs typeface="Arial"/>
              </a:rPr>
              <a:t>Afspraken met de opdrachtgever</a:t>
            </a:r>
          </a:p>
          <a:p>
            <a:r>
              <a:rPr lang="nl-NL" noProof="0">
                <a:cs typeface="Arial"/>
              </a:rPr>
              <a:t>Afspraken met het team</a:t>
            </a:r>
          </a:p>
          <a:p>
            <a:r>
              <a:rPr lang="nl-NL" noProof="0">
                <a:cs typeface="Arial"/>
              </a:rPr>
              <a:t>Vragen</a:t>
            </a:r>
          </a:p>
          <a:p>
            <a:endParaRPr lang="nl-NL" noProof="0"/>
          </a:p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08603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E999-D587-2AF5-325C-2FBBC23A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/>
              <a:t>Wat houdt het project in?</a:t>
            </a:r>
            <a:br>
              <a:rPr lang="nl-NL" noProof="0"/>
            </a:br>
            <a:endParaRPr lang="nl-NL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C2346-2B6C-4EEA-5DB0-C665CA862EDE}"/>
              </a:ext>
            </a:extLst>
          </p:cNvPr>
          <p:cNvSpPr txBox="1"/>
          <p:nvPr/>
        </p:nvSpPr>
        <p:spPr>
          <a:xfrm>
            <a:off x="687897" y="2399250"/>
            <a:ext cx="811215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noProof="0"/>
              <a:t>Efficiënt opladen/ontladen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Machine </a:t>
            </a:r>
            <a:r>
              <a:rPr lang="nl-NL" err="1"/>
              <a:t>learning</a:t>
            </a:r>
            <a:r>
              <a:rPr lang="nl-NL" noProof="0"/>
              <a:t> toevoegen aan batterijsysteem</a:t>
            </a:r>
            <a:endParaRPr lang="nl-NL" noProof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>
                <a:cs typeface="Arial" panose="020B0604020202020204"/>
              </a:rPr>
              <a:t>Opdracht gever: Christiaan Tempelman</a:t>
            </a:r>
            <a:endParaRPr lang="nl-NL" noProof="0"/>
          </a:p>
        </p:txBody>
      </p:sp>
      <p:pic>
        <p:nvPicPr>
          <p:cNvPr id="3" name="Picture 2" descr="What you need to know about flow batteries - Flow Batteries Europe">
            <a:extLst>
              <a:ext uri="{FF2B5EF4-FFF2-40B4-BE49-F238E27FC236}">
                <a16:creationId xmlns:a16="http://schemas.microsoft.com/office/drawing/2014/main" id="{95C62E78-3478-238A-D1E0-A1AF4EEDF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071" y="3426629"/>
            <a:ext cx="5437808" cy="301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6B33-3E9E-6137-7ACD-36E9DD58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/>
              <a:t>de progressie tot nu toe</a:t>
            </a:r>
            <a:br>
              <a:rPr lang="nl-NL" noProof="0"/>
            </a:br>
            <a:endParaRPr lang="nl-NL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35401-ACDD-A60F-4A48-1F8CB5F00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1800" noProof="0">
                <a:cs typeface="Arial"/>
              </a:rPr>
              <a:t>Productbacklog</a:t>
            </a:r>
          </a:p>
          <a:p>
            <a:r>
              <a:rPr lang="nl-NL" sz="1800" noProof="0">
                <a:cs typeface="Arial"/>
              </a:rPr>
              <a:t>Planning</a:t>
            </a:r>
          </a:p>
          <a:p>
            <a:endParaRPr lang="nl-NL" noProof="0"/>
          </a:p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76747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9478-4B4A-0017-8370-CD8C8CF8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/>
              <a:t>Afspraken met de opdrachtgever</a:t>
            </a:r>
            <a:br>
              <a:rPr lang="nl-NL" noProof="0"/>
            </a:br>
            <a:endParaRPr lang="nl-NL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AA43-5A88-398C-A74B-E46A2EAA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1800" noProof="0"/>
              <a:t>Wekelijkse meeting met de opdrachtgever</a:t>
            </a:r>
          </a:p>
          <a:p>
            <a:r>
              <a:rPr lang="nl-NL" sz="1800" noProof="0"/>
              <a:t>Veel communicatie</a:t>
            </a:r>
          </a:p>
          <a:p>
            <a:r>
              <a:rPr lang="nl-NL" sz="1800" noProof="0"/>
              <a:t>De opdrachtgever meenemen in het proces</a:t>
            </a:r>
          </a:p>
          <a:p>
            <a:r>
              <a:rPr lang="nl-NL" sz="1800" noProof="0"/>
              <a:t>Duidelijke documentatie</a:t>
            </a:r>
          </a:p>
          <a:p>
            <a:pPr marL="0" indent="0">
              <a:buNone/>
            </a:pPr>
            <a:endParaRPr lang="nl-NL" sz="1800" noProof="0"/>
          </a:p>
          <a:p>
            <a:endParaRPr lang="nl-NL" sz="1800" noProof="0"/>
          </a:p>
        </p:txBody>
      </p:sp>
    </p:spTree>
    <p:extLst>
      <p:ext uri="{BB962C8B-B14F-4D97-AF65-F5344CB8AC3E}">
        <p14:creationId xmlns:p14="http://schemas.microsoft.com/office/powerpoint/2010/main" val="182755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485F-EC5B-42B8-038A-7E3234B8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/>
              <a:t>Afspraken met het team</a:t>
            </a:r>
            <a:br>
              <a:rPr lang="nl-NL" noProof="0"/>
            </a:br>
            <a:endParaRPr lang="nl-NL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12D1F-A6C1-F1D9-28E0-9EE419B81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1800" noProof="0">
                <a:cs typeface="Arial"/>
              </a:rPr>
              <a:t>Minimaal twee keer per week afspreken</a:t>
            </a:r>
          </a:p>
          <a:p>
            <a:r>
              <a:rPr lang="nl-NL" sz="1800">
                <a:cs typeface="Arial"/>
              </a:rPr>
              <a:t>Communicatie</a:t>
            </a:r>
            <a:endParaRPr lang="nl-NL" sz="1800" noProof="0">
              <a:cs typeface="Arial"/>
            </a:endParaRPr>
          </a:p>
          <a:p>
            <a:r>
              <a:rPr lang="nl-NL" sz="1800" noProof="0">
                <a:cs typeface="Arial"/>
              </a:rPr>
              <a:t>Planning in </a:t>
            </a:r>
            <a:r>
              <a:rPr lang="nl-NL" sz="1800" noProof="0" err="1">
                <a:cs typeface="Arial"/>
              </a:rPr>
              <a:t>Trello</a:t>
            </a:r>
            <a:r>
              <a:rPr lang="nl-NL" sz="1800" noProof="0">
                <a:cs typeface="Arial"/>
              </a:rPr>
              <a:t> bijhouden</a:t>
            </a:r>
          </a:p>
          <a:p>
            <a:r>
              <a:rPr lang="nl-NL" sz="1800" noProof="0">
                <a:cs typeface="Arial"/>
              </a:rPr>
              <a:t>Aanhouden aan de tussentijdse deadlines</a:t>
            </a:r>
          </a:p>
          <a:p>
            <a:pPr marL="0" indent="0">
              <a:buNone/>
            </a:pP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843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9C50-F685-EA59-152E-2A640F9E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/>
              <a:t>Vragen</a:t>
            </a:r>
            <a:br>
              <a:rPr lang="nl-NL" noProof="0"/>
            </a:br>
            <a:endParaRPr lang="nl-NL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C3C0-4D8F-1D10-6E2A-E10820F34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210957587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25300C3A4907498C0CBD90D0B13B28" ma:contentTypeVersion="9" ma:contentTypeDescription="Create a new document." ma:contentTypeScope="" ma:versionID="eeb4795313c2a67beff7a3fb38224d86">
  <xsd:schema xmlns:xsd="http://www.w3.org/2001/XMLSchema" xmlns:xs="http://www.w3.org/2001/XMLSchema" xmlns:p="http://schemas.microsoft.com/office/2006/metadata/properties" xmlns:ns3="ea3410a7-b3bd-48ac-a17f-4f26a24cec64" targetNamespace="http://schemas.microsoft.com/office/2006/metadata/properties" ma:root="true" ma:fieldsID="1deb038963bd2a1b7db2a1b431e59602" ns3:_="">
    <xsd:import namespace="ea3410a7-b3bd-48ac-a17f-4f26a24cec6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3410a7-b3bd-48ac-a17f-4f26a24cec6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3410a7-b3bd-48ac-a17f-4f26a24cec6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C5FBCB-D4F0-4FAC-8E88-345098CAFB19}">
  <ds:schemaRefs>
    <ds:schemaRef ds:uri="ea3410a7-b3bd-48ac-a17f-4f26a24cec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66A4AF-F816-41D4-B3C6-4DBFBF2BD868}">
  <ds:schemaRefs>
    <ds:schemaRef ds:uri="ea3410a7-b3bd-48ac-a17f-4f26a24cec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DBDDE3B-C59B-47C0-983A-AB9DCE6879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Modulo</vt:lpstr>
      <vt:lpstr>Project C:  Batterijsysteem       Sprint 0</vt:lpstr>
      <vt:lpstr>Inhoudsopgave</vt:lpstr>
      <vt:lpstr>Wat houdt het project in? </vt:lpstr>
      <vt:lpstr>de progressie tot nu toe </vt:lpstr>
      <vt:lpstr>Afspraken met de opdrachtgever </vt:lpstr>
      <vt:lpstr>Afspraken met het team </vt:lpstr>
      <vt:lpstr>Vragen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Rio Balak (1121624)</dc:creator>
  <cp:revision>1</cp:revision>
  <dcterms:created xsi:type="dcterms:W3CDTF">2026-09-15T10:12:10Z</dcterms:created>
  <dcterms:modified xsi:type="dcterms:W3CDTF">2026-09-15T11:10:15Z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0x010100E025300C3A4907498C0CBD90D0B13B28</vt:lpwstr>
  </property>
</Properties>
</file>
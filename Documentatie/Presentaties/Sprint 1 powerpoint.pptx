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sldIdLst>
    <p:sldId id="256" r:id="rId2"/>
    <p:sldId id="257" r:id="rId3"/>
    <p:sldId id="259" r:id="rId4"/>
    <p:sldId id="263" r:id="rId5"/>
    <p:sldId id="258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2" dt="2026-09-22T09:40:20.521"/>
    <p1510:client id="{7B7E57AA-1FC1-1FD7-A1C5-24E24D43F403}" v="83" dt="2026-09-22T10:56:05.171"/>
    <p1510:client id="{92438CE8-626F-5B03-588A-C8700ED9FB6A}" v="862" dt="2026-09-22T09:37:31.430"/>
    <p1510:client id="{C782568C-6F8D-BB05-4EDB-76F8F49D5568}" v="126" dt="2026-09-22T10:01:14.336"/>
    <p1510:client id="{E6908266-1417-BE67-0EF7-E45E98364F70}" v="2" dt="2026-09-22T11:22:57.794"/>
    <p1510:client id="{FECAB14E-7F67-2156-8BEB-7E227246DCAB}" v="108" dt="2026-09-22T10:00:53.8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AB2AE70-BF75-4C2D-979C-8AF083D09BB5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3AC262D-F4A8-45F3-9A38-93881FE80349}">
      <dgm:prSet/>
      <dgm:spPr/>
      <dgm:t>
        <a:bodyPr/>
        <a:lstStyle/>
        <a:p>
          <a:r>
            <a:rPr lang="en-US"/>
            <a:t>- Wat hebben we de afgelopen week onderzocht?</a:t>
          </a:r>
        </a:p>
      </dgm:t>
    </dgm:pt>
    <dgm:pt modelId="{D9A102B7-2123-4DC9-81DA-5990C56F1031}" type="parTrans" cxnId="{B2ABBF26-F3EA-4EFD-B997-4A72F3AE2D6F}">
      <dgm:prSet/>
      <dgm:spPr/>
      <dgm:t>
        <a:bodyPr/>
        <a:lstStyle/>
        <a:p>
          <a:endParaRPr lang="en-US"/>
        </a:p>
      </dgm:t>
    </dgm:pt>
    <dgm:pt modelId="{ACE51B83-3672-430F-8EBF-62268416B7D9}" type="sibTrans" cxnId="{B2ABBF26-F3EA-4EFD-B997-4A72F3AE2D6F}">
      <dgm:prSet/>
      <dgm:spPr/>
      <dgm:t>
        <a:bodyPr/>
        <a:lstStyle/>
        <a:p>
          <a:endParaRPr lang="en-US"/>
        </a:p>
      </dgm:t>
    </dgm:pt>
    <dgm:pt modelId="{096E378A-62A2-40FD-AE28-380A57A953E5}">
      <dgm:prSet/>
      <dgm:spPr/>
      <dgm:t>
        <a:bodyPr/>
        <a:lstStyle/>
        <a:p>
          <a:r>
            <a:rPr lang="en-US"/>
            <a:t>- Nieuwe afspraken met de opdrachtgever</a:t>
          </a:r>
        </a:p>
      </dgm:t>
    </dgm:pt>
    <dgm:pt modelId="{E6006E53-48CC-4EC7-927B-5C5209971D20}" type="parTrans" cxnId="{3F23E653-336F-4D1E-A6B8-291CC5EAF5D3}">
      <dgm:prSet/>
      <dgm:spPr/>
      <dgm:t>
        <a:bodyPr/>
        <a:lstStyle/>
        <a:p>
          <a:endParaRPr lang="en-US"/>
        </a:p>
      </dgm:t>
    </dgm:pt>
    <dgm:pt modelId="{3A8B9BF0-21DF-4B9C-A8FB-1FA2A88C7026}" type="sibTrans" cxnId="{3F23E653-336F-4D1E-A6B8-291CC5EAF5D3}">
      <dgm:prSet/>
      <dgm:spPr/>
      <dgm:t>
        <a:bodyPr/>
        <a:lstStyle/>
        <a:p>
          <a:endParaRPr lang="en-US"/>
        </a:p>
      </dgm:t>
    </dgm:pt>
    <dgm:pt modelId="{8DE6C355-0E1E-472C-B8F6-A664C8083E17}">
      <dgm:prSet/>
      <dgm:spPr/>
      <dgm:t>
        <a:bodyPr/>
        <a:lstStyle/>
        <a:p>
          <a:r>
            <a:rPr lang="en-US"/>
            <a:t>- Retrospective</a:t>
          </a:r>
        </a:p>
      </dgm:t>
    </dgm:pt>
    <dgm:pt modelId="{65496966-FA6A-4E01-9AA7-FC925E4E77B1}" type="parTrans" cxnId="{5607BCAC-DF16-4F45-ABCD-19C0CC792F28}">
      <dgm:prSet/>
      <dgm:spPr/>
      <dgm:t>
        <a:bodyPr/>
        <a:lstStyle/>
        <a:p>
          <a:endParaRPr lang="en-US"/>
        </a:p>
      </dgm:t>
    </dgm:pt>
    <dgm:pt modelId="{323DD5C8-0122-4001-B47C-54465DBD7EF2}" type="sibTrans" cxnId="{5607BCAC-DF16-4F45-ABCD-19C0CC792F28}">
      <dgm:prSet/>
      <dgm:spPr/>
      <dgm:t>
        <a:bodyPr/>
        <a:lstStyle/>
        <a:p>
          <a:endParaRPr lang="en-US"/>
        </a:p>
      </dgm:t>
    </dgm:pt>
    <dgm:pt modelId="{BED7AF08-4669-4F49-89E9-A4B9B54CF178}">
      <dgm:prSet/>
      <dgm:spPr/>
      <dgm:t>
        <a:bodyPr/>
        <a:lstStyle/>
        <a:p>
          <a:r>
            <a:rPr lang="en-US"/>
            <a:t>- Wat is onze plan voor de volgende sprint</a:t>
          </a:r>
        </a:p>
      </dgm:t>
    </dgm:pt>
    <dgm:pt modelId="{D9BA4639-D304-41D7-BA07-1E4A13DD1B51}" type="parTrans" cxnId="{0FF709B8-56F7-479E-BE21-36BD84F9D4BB}">
      <dgm:prSet/>
      <dgm:spPr/>
      <dgm:t>
        <a:bodyPr/>
        <a:lstStyle/>
        <a:p>
          <a:endParaRPr lang="en-US"/>
        </a:p>
      </dgm:t>
    </dgm:pt>
    <dgm:pt modelId="{F991E35C-16BA-4DF4-A871-989F93519FB1}" type="sibTrans" cxnId="{0FF709B8-56F7-479E-BE21-36BD84F9D4BB}">
      <dgm:prSet/>
      <dgm:spPr/>
      <dgm:t>
        <a:bodyPr/>
        <a:lstStyle/>
        <a:p>
          <a:endParaRPr lang="en-US"/>
        </a:p>
      </dgm:t>
    </dgm:pt>
    <dgm:pt modelId="{CA5ABBFF-1A31-4CD5-BA7C-F3F06B80D439}">
      <dgm:prSet/>
      <dgm:spPr/>
      <dgm:t>
        <a:bodyPr/>
        <a:lstStyle/>
        <a:p>
          <a:r>
            <a:rPr lang="en-US"/>
            <a:t>- Vragen</a:t>
          </a:r>
        </a:p>
      </dgm:t>
    </dgm:pt>
    <dgm:pt modelId="{19231007-2A3B-45BC-829B-80827956C149}" type="parTrans" cxnId="{D3BD2823-5D61-4ED5-A39F-303F699D547C}">
      <dgm:prSet/>
      <dgm:spPr/>
      <dgm:t>
        <a:bodyPr/>
        <a:lstStyle/>
        <a:p>
          <a:endParaRPr lang="en-US"/>
        </a:p>
      </dgm:t>
    </dgm:pt>
    <dgm:pt modelId="{8D25E508-1B44-4617-B0DA-4C115882A0C8}" type="sibTrans" cxnId="{D3BD2823-5D61-4ED5-A39F-303F699D547C}">
      <dgm:prSet/>
      <dgm:spPr/>
      <dgm:t>
        <a:bodyPr/>
        <a:lstStyle/>
        <a:p>
          <a:endParaRPr lang="en-US"/>
        </a:p>
      </dgm:t>
    </dgm:pt>
    <dgm:pt modelId="{39A8F9DE-FDFF-4F6A-9B7D-ACA181DF9B96}" type="pres">
      <dgm:prSet presAssocID="{DAB2AE70-BF75-4C2D-979C-8AF083D09BB5}" presName="vert0" presStyleCnt="0">
        <dgm:presLayoutVars>
          <dgm:dir/>
          <dgm:animOne val="branch"/>
          <dgm:animLvl val="lvl"/>
        </dgm:presLayoutVars>
      </dgm:prSet>
      <dgm:spPr/>
    </dgm:pt>
    <dgm:pt modelId="{3FCB6036-1D45-481A-8BEE-EC5676DFB97F}" type="pres">
      <dgm:prSet presAssocID="{A3AC262D-F4A8-45F3-9A38-93881FE80349}" presName="thickLine" presStyleLbl="alignNode1" presStyleIdx="0" presStyleCnt="5"/>
      <dgm:spPr/>
    </dgm:pt>
    <dgm:pt modelId="{E5C42D6D-FDEF-4F88-9A51-DEBD0C4D2C9A}" type="pres">
      <dgm:prSet presAssocID="{A3AC262D-F4A8-45F3-9A38-93881FE80349}" presName="horz1" presStyleCnt="0"/>
      <dgm:spPr/>
    </dgm:pt>
    <dgm:pt modelId="{009924B4-BED6-44E1-B692-547C2DED544C}" type="pres">
      <dgm:prSet presAssocID="{A3AC262D-F4A8-45F3-9A38-93881FE80349}" presName="tx1" presStyleLbl="revTx" presStyleIdx="0" presStyleCnt="5"/>
      <dgm:spPr/>
    </dgm:pt>
    <dgm:pt modelId="{FBE4E67D-B4B3-46FC-A34C-86D347EBDF12}" type="pres">
      <dgm:prSet presAssocID="{A3AC262D-F4A8-45F3-9A38-93881FE80349}" presName="vert1" presStyleCnt="0"/>
      <dgm:spPr/>
    </dgm:pt>
    <dgm:pt modelId="{EB46480C-CA1F-43E3-AE36-F51E9BF19A3E}" type="pres">
      <dgm:prSet presAssocID="{096E378A-62A2-40FD-AE28-380A57A953E5}" presName="thickLine" presStyleLbl="alignNode1" presStyleIdx="1" presStyleCnt="5"/>
      <dgm:spPr/>
    </dgm:pt>
    <dgm:pt modelId="{0D61BFA6-A654-4DEA-B16E-94B9EF661703}" type="pres">
      <dgm:prSet presAssocID="{096E378A-62A2-40FD-AE28-380A57A953E5}" presName="horz1" presStyleCnt="0"/>
      <dgm:spPr/>
    </dgm:pt>
    <dgm:pt modelId="{EAF543AF-09C0-4E73-A16A-DD4D6A922BBB}" type="pres">
      <dgm:prSet presAssocID="{096E378A-62A2-40FD-AE28-380A57A953E5}" presName="tx1" presStyleLbl="revTx" presStyleIdx="1" presStyleCnt="5"/>
      <dgm:spPr/>
    </dgm:pt>
    <dgm:pt modelId="{EDE50AF4-CBAE-47EE-A4BC-2DCE14A1B318}" type="pres">
      <dgm:prSet presAssocID="{096E378A-62A2-40FD-AE28-380A57A953E5}" presName="vert1" presStyleCnt="0"/>
      <dgm:spPr/>
    </dgm:pt>
    <dgm:pt modelId="{57B85FE0-EA76-4E09-89CD-4FD264CC41F9}" type="pres">
      <dgm:prSet presAssocID="{8DE6C355-0E1E-472C-B8F6-A664C8083E17}" presName="thickLine" presStyleLbl="alignNode1" presStyleIdx="2" presStyleCnt="5"/>
      <dgm:spPr/>
    </dgm:pt>
    <dgm:pt modelId="{0CB36E52-54BC-480E-BED9-882B73B4DE0A}" type="pres">
      <dgm:prSet presAssocID="{8DE6C355-0E1E-472C-B8F6-A664C8083E17}" presName="horz1" presStyleCnt="0"/>
      <dgm:spPr/>
    </dgm:pt>
    <dgm:pt modelId="{BB9837AD-DFBD-45C2-8F98-7C519DAC49CF}" type="pres">
      <dgm:prSet presAssocID="{8DE6C355-0E1E-472C-B8F6-A664C8083E17}" presName="tx1" presStyleLbl="revTx" presStyleIdx="2" presStyleCnt="5"/>
      <dgm:spPr/>
    </dgm:pt>
    <dgm:pt modelId="{3D80736C-358A-4FC0-B8BF-CDD39D0060B8}" type="pres">
      <dgm:prSet presAssocID="{8DE6C355-0E1E-472C-B8F6-A664C8083E17}" presName="vert1" presStyleCnt="0"/>
      <dgm:spPr/>
    </dgm:pt>
    <dgm:pt modelId="{CDDE92E9-C905-4BA0-B3F4-2D3AC7F68C39}" type="pres">
      <dgm:prSet presAssocID="{BED7AF08-4669-4F49-89E9-A4B9B54CF178}" presName="thickLine" presStyleLbl="alignNode1" presStyleIdx="3" presStyleCnt="5"/>
      <dgm:spPr/>
    </dgm:pt>
    <dgm:pt modelId="{A631C616-1158-4396-97DE-41806C72048D}" type="pres">
      <dgm:prSet presAssocID="{BED7AF08-4669-4F49-89E9-A4B9B54CF178}" presName="horz1" presStyleCnt="0"/>
      <dgm:spPr/>
    </dgm:pt>
    <dgm:pt modelId="{B15B2A71-90A3-415D-914A-5E84E69EF7C1}" type="pres">
      <dgm:prSet presAssocID="{BED7AF08-4669-4F49-89E9-A4B9B54CF178}" presName="tx1" presStyleLbl="revTx" presStyleIdx="3" presStyleCnt="5"/>
      <dgm:spPr/>
    </dgm:pt>
    <dgm:pt modelId="{73608BE6-D430-4857-B157-B01C80BB07A5}" type="pres">
      <dgm:prSet presAssocID="{BED7AF08-4669-4F49-89E9-A4B9B54CF178}" presName="vert1" presStyleCnt="0"/>
      <dgm:spPr/>
    </dgm:pt>
    <dgm:pt modelId="{26CE8008-EE58-4487-87A8-CC6CD6FD9B28}" type="pres">
      <dgm:prSet presAssocID="{CA5ABBFF-1A31-4CD5-BA7C-F3F06B80D439}" presName="thickLine" presStyleLbl="alignNode1" presStyleIdx="4" presStyleCnt="5"/>
      <dgm:spPr/>
    </dgm:pt>
    <dgm:pt modelId="{31749BB0-ADBF-4F75-AC0F-0CBEDFBE1330}" type="pres">
      <dgm:prSet presAssocID="{CA5ABBFF-1A31-4CD5-BA7C-F3F06B80D439}" presName="horz1" presStyleCnt="0"/>
      <dgm:spPr/>
    </dgm:pt>
    <dgm:pt modelId="{6BB8EA93-41FE-47C1-A903-3FF5839FF215}" type="pres">
      <dgm:prSet presAssocID="{CA5ABBFF-1A31-4CD5-BA7C-F3F06B80D439}" presName="tx1" presStyleLbl="revTx" presStyleIdx="4" presStyleCnt="5"/>
      <dgm:spPr/>
    </dgm:pt>
    <dgm:pt modelId="{F07DFF8E-CFAB-44DD-9E3D-D06B7C4E4E6E}" type="pres">
      <dgm:prSet presAssocID="{CA5ABBFF-1A31-4CD5-BA7C-F3F06B80D439}" presName="vert1" presStyleCnt="0"/>
      <dgm:spPr/>
    </dgm:pt>
  </dgm:ptLst>
  <dgm:cxnLst>
    <dgm:cxn modelId="{D3BD2823-5D61-4ED5-A39F-303F699D547C}" srcId="{DAB2AE70-BF75-4C2D-979C-8AF083D09BB5}" destId="{CA5ABBFF-1A31-4CD5-BA7C-F3F06B80D439}" srcOrd="4" destOrd="0" parTransId="{19231007-2A3B-45BC-829B-80827956C149}" sibTransId="{8D25E508-1B44-4617-B0DA-4C115882A0C8}"/>
    <dgm:cxn modelId="{BEE92A25-2303-48A3-BB31-93094AE8E37B}" type="presOf" srcId="{096E378A-62A2-40FD-AE28-380A57A953E5}" destId="{EAF543AF-09C0-4E73-A16A-DD4D6A922BBB}" srcOrd="0" destOrd="0" presId="urn:microsoft.com/office/officeart/2008/layout/LinedList"/>
    <dgm:cxn modelId="{B2ABBF26-F3EA-4EFD-B997-4A72F3AE2D6F}" srcId="{DAB2AE70-BF75-4C2D-979C-8AF083D09BB5}" destId="{A3AC262D-F4A8-45F3-9A38-93881FE80349}" srcOrd="0" destOrd="0" parTransId="{D9A102B7-2123-4DC9-81DA-5990C56F1031}" sibTransId="{ACE51B83-3672-430F-8EBF-62268416B7D9}"/>
    <dgm:cxn modelId="{E76B3C35-D5F4-4FE7-88D8-3F25C6746383}" type="presOf" srcId="{DAB2AE70-BF75-4C2D-979C-8AF083D09BB5}" destId="{39A8F9DE-FDFF-4F6A-9B7D-ACA181DF9B96}" srcOrd="0" destOrd="0" presId="urn:microsoft.com/office/officeart/2008/layout/LinedList"/>
    <dgm:cxn modelId="{3F23E653-336F-4D1E-A6B8-291CC5EAF5D3}" srcId="{DAB2AE70-BF75-4C2D-979C-8AF083D09BB5}" destId="{096E378A-62A2-40FD-AE28-380A57A953E5}" srcOrd="1" destOrd="0" parTransId="{E6006E53-48CC-4EC7-927B-5C5209971D20}" sibTransId="{3A8B9BF0-21DF-4B9C-A8FB-1FA2A88C7026}"/>
    <dgm:cxn modelId="{5607BCAC-DF16-4F45-ABCD-19C0CC792F28}" srcId="{DAB2AE70-BF75-4C2D-979C-8AF083D09BB5}" destId="{8DE6C355-0E1E-472C-B8F6-A664C8083E17}" srcOrd="2" destOrd="0" parTransId="{65496966-FA6A-4E01-9AA7-FC925E4E77B1}" sibTransId="{323DD5C8-0122-4001-B47C-54465DBD7EF2}"/>
    <dgm:cxn modelId="{0FF709B8-56F7-479E-BE21-36BD84F9D4BB}" srcId="{DAB2AE70-BF75-4C2D-979C-8AF083D09BB5}" destId="{BED7AF08-4669-4F49-89E9-A4B9B54CF178}" srcOrd="3" destOrd="0" parTransId="{D9BA4639-D304-41D7-BA07-1E4A13DD1B51}" sibTransId="{F991E35C-16BA-4DF4-A871-989F93519FB1}"/>
    <dgm:cxn modelId="{D4961CBD-E1EA-441E-AE22-724DD4A4B3DA}" type="presOf" srcId="{A3AC262D-F4A8-45F3-9A38-93881FE80349}" destId="{009924B4-BED6-44E1-B692-547C2DED544C}" srcOrd="0" destOrd="0" presId="urn:microsoft.com/office/officeart/2008/layout/LinedList"/>
    <dgm:cxn modelId="{BDCD04C5-6CFE-4097-AE5B-E44E562E4195}" type="presOf" srcId="{BED7AF08-4669-4F49-89E9-A4B9B54CF178}" destId="{B15B2A71-90A3-415D-914A-5E84E69EF7C1}" srcOrd="0" destOrd="0" presId="urn:microsoft.com/office/officeart/2008/layout/LinedList"/>
    <dgm:cxn modelId="{952489DF-C803-423D-BA1F-86F76FEDD7C0}" type="presOf" srcId="{CA5ABBFF-1A31-4CD5-BA7C-F3F06B80D439}" destId="{6BB8EA93-41FE-47C1-A903-3FF5839FF215}" srcOrd="0" destOrd="0" presId="urn:microsoft.com/office/officeart/2008/layout/LinedList"/>
    <dgm:cxn modelId="{9F6078E3-061F-4D0D-BE51-77EE6C94EAFB}" type="presOf" srcId="{8DE6C355-0E1E-472C-B8F6-A664C8083E17}" destId="{BB9837AD-DFBD-45C2-8F98-7C519DAC49CF}" srcOrd="0" destOrd="0" presId="urn:microsoft.com/office/officeart/2008/layout/LinedList"/>
    <dgm:cxn modelId="{9D015528-4521-4C9C-83A9-3D90DD225CC1}" type="presParOf" srcId="{39A8F9DE-FDFF-4F6A-9B7D-ACA181DF9B96}" destId="{3FCB6036-1D45-481A-8BEE-EC5676DFB97F}" srcOrd="0" destOrd="0" presId="urn:microsoft.com/office/officeart/2008/layout/LinedList"/>
    <dgm:cxn modelId="{A06E32D2-54BB-4043-84B6-521C5B311D8E}" type="presParOf" srcId="{39A8F9DE-FDFF-4F6A-9B7D-ACA181DF9B96}" destId="{E5C42D6D-FDEF-4F88-9A51-DEBD0C4D2C9A}" srcOrd="1" destOrd="0" presId="urn:microsoft.com/office/officeart/2008/layout/LinedList"/>
    <dgm:cxn modelId="{4DB2DCB5-527B-4836-AEA2-26315BDC1859}" type="presParOf" srcId="{E5C42D6D-FDEF-4F88-9A51-DEBD0C4D2C9A}" destId="{009924B4-BED6-44E1-B692-547C2DED544C}" srcOrd="0" destOrd="0" presId="urn:microsoft.com/office/officeart/2008/layout/LinedList"/>
    <dgm:cxn modelId="{FD85A09D-9053-4B45-B87C-422BD69904A6}" type="presParOf" srcId="{E5C42D6D-FDEF-4F88-9A51-DEBD0C4D2C9A}" destId="{FBE4E67D-B4B3-46FC-A34C-86D347EBDF12}" srcOrd="1" destOrd="0" presId="urn:microsoft.com/office/officeart/2008/layout/LinedList"/>
    <dgm:cxn modelId="{192C5672-4F63-4839-A606-EABE2F70F220}" type="presParOf" srcId="{39A8F9DE-FDFF-4F6A-9B7D-ACA181DF9B96}" destId="{EB46480C-CA1F-43E3-AE36-F51E9BF19A3E}" srcOrd="2" destOrd="0" presId="urn:microsoft.com/office/officeart/2008/layout/LinedList"/>
    <dgm:cxn modelId="{389B2978-CD78-46DA-AAC3-580800386406}" type="presParOf" srcId="{39A8F9DE-FDFF-4F6A-9B7D-ACA181DF9B96}" destId="{0D61BFA6-A654-4DEA-B16E-94B9EF661703}" srcOrd="3" destOrd="0" presId="urn:microsoft.com/office/officeart/2008/layout/LinedList"/>
    <dgm:cxn modelId="{1245F6C9-1AF9-4AC9-BB8A-EADEA2811DB4}" type="presParOf" srcId="{0D61BFA6-A654-4DEA-B16E-94B9EF661703}" destId="{EAF543AF-09C0-4E73-A16A-DD4D6A922BBB}" srcOrd="0" destOrd="0" presId="urn:microsoft.com/office/officeart/2008/layout/LinedList"/>
    <dgm:cxn modelId="{81C706FE-D5D1-4D71-AB29-991DC9FAF528}" type="presParOf" srcId="{0D61BFA6-A654-4DEA-B16E-94B9EF661703}" destId="{EDE50AF4-CBAE-47EE-A4BC-2DCE14A1B318}" srcOrd="1" destOrd="0" presId="urn:microsoft.com/office/officeart/2008/layout/LinedList"/>
    <dgm:cxn modelId="{E3122623-55E6-4776-A308-FA5055154646}" type="presParOf" srcId="{39A8F9DE-FDFF-4F6A-9B7D-ACA181DF9B96}" destId="{57B85FE0-EA76-4E09-89CD-4FD264CC41F9}" srcOrd="4" destOrd="0" presId="urn:microsoft.com/office/officeart/2008/layout/LinedList"/>
    <dgm:cxn modelId="{9F93C389-CB90-45B0-A705-80F07037C8CE}" type="presParOf" srcId="{39A8F9DE-FDFF-4F6A-9B7D-ACA181DF9B96}" destId="{0CB36E52-54BC-480E-BED9-882B73B4DE0A}" srcOrd="5" destOrd="0" presId="urn:microsoft.com/office/officeart/2008/layout/LinedList"/>
    <dgm:cxn modelId="{3D0E278C-A98E-454F-AEFC-241547B14D32}" type="presParOf" srcId="{0CB36E52-54BC-480E-BED9-882B73B4DE0A}" destId="{BB9837AD-DFBD-45C2-8F98-7C519DAC49CF}" srcOrd="0" destOrd="0" presId="urn:microsoft.com/office/officeart/2008/layout/LinedList"/>
    <dgm:cxn modelId="{D888F7FC-AE47-4719-AA96-BBECC983B968}" type="presParOf" srcId="{0CB36E52-54BC-480E-BED9-882B73B4DE0A}" destId="{3D80736C-358A-4FC0-B8BF-CDD39D0060B8}" srcOrd="1" destOrd="0" presId="urn:microsoft.com/office/officeart/2008/layout/LinedList"/>
    <dgm:cxn modelId="{270C6A19-231B-4759-A736-826237175C28}" type="presParOf" srcId="{39A8F9DE-FDFF-4F6A-9B7D-ACA181DF9B96}" destId="{CDDE92E9-C905-4BA0-B3F4-2D3AC7F68C39}" srcOrd="6" destOrd="0" presId="urn:microsoft.com/office/officeart/2008/layout/LinedList"/>
    <dgm:cxn modelId="{67550414-9091-4224-878D-267F0EAAAB1C}" type="presParOf" srcId="{39A8F9DE-FDFF-4F6A-9B7D-ACA181DF9B96}" destId="{A631C616-1158-4396-97DE-41806C72048D}" srcOrd="7" destOrd="0" presId="urn:microsoft.com/office/officeart/2008/layout/LinedList"/>
    <dgm:cxn modelId="{471E6EF4-8783-4CB0-A457-4189AA9F0AC2}" type="presParOf" srcId="{A631C616-1158-4396-97DE-41806C72048D}" destId="{B15B2A71-90A3-415D-914A-5E84E69EF7C1}" srcOrd="0" destOrd="0" presId="urn:microsoft.com/office/officeart/2008/layout/LinedList"/>
    <dgm:cxn modelId="{ACCD58F2-39AE-4D26-B123-4C358470C1B6}" type="presParOf" srcId="{A631C616-1158-4396-97DE-41806C72048D}" destId="{73608BE6-D430-4857-B157-B01C80BB07A5}" srcOrd="1" destOrd="0" presId="urn:microsoft.com/office/officeart/2008/layout/LinedList"/>
    <dgm:cxn modelId="{4A4322A0-E016-4AA5-A97E-82D2C750E9A7}" type="presParOf" srcId="{39A8F9DE-FDFF-4F6A-9B7D-ACA181DF9B96}" destId="{26CE8008-EE58-4487-87A8-CC6CD6FD9B28}" srcOrd="8" destOrd="0" presId="urn:microsoft.com/office/officeart/2008/layout/LinedList"/>
    <dgm:cxn modelId="{535EE8ED-8697-4891-8C66-DC6AB6F4DF32}" type="presParOf" srcId="{39A8F9DE-FDFF-4F6A-9B7D-ACA181DF9B96}" destId="{31749BB0-ADBF-4F75-AC0F-0CBEDFBE1330}" srcOrd="9" destOrd="0" presId="urn:microsoft.com/office/officeart/2008/layout/LinedList"/>
    <dgm:cxn modelId="{63078D81-E1C9-4DDD-B7A7-C550B450A829}" type="presParOf" srcId="{31749BB0-ADBF-4F75-AC0F-0CBEDFBE1330}" destId="{6BB8EA93-41FE-47C1-A903-3FF5839FF215}" srcOrd="0" destOrd="0" presId="urn:microsoft.com/office/officeart/2008/layout/LinedList"/>
    <dgm:cxn modelId="{28DD65AC-F2CF-4EDA-BFBD-B11C56800F93}" type="presParOf" srcId="{31749BB0-ADBF-4F75-AC0F-0CBEDFBE1330}" destId="{F07DFF8E-CFAB-44DD-9E3D-D06B7C4E4E6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CB18AA8-9F3F-405D-B98A-77353FD548E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9BB0A47-E4C9-47B6-A434-3B3AE4022F57}">
      <dgm:prSet/>
      <dgm:spPr/>
      <dgm:t>
        <a:bodyPr/>
        <a:lstStyle/>
        <a:p>
          <a:r>
            <a:rPr lang="nl-NL"/>
            <a:t>-  Digital Twin</a:t>
          </a:r>
          <a:endParaRPr lang="en-US"/>
        </a:p>
      </dgm:t>
    </dgm:pt>
    <dgm:pt modelId="{8389A547-D9E6-46EA-BDCA-904E00FEF656}" type="parTrans" cxnId="{DA239D68-57A2-4A27-9F30-8BABB3A09A58}">
      <dgm:prSet/>
      <dgm:spPr/>
      <dgm:t>
        <a:bodyPr/>
        <a:lstStyle/>
        <a:p>
          <a:endParaRPr lang="en-US"/>
        </a:p>
      </dgm:t>
    </dgm:pt>
    <dgm:pt modelId="{B0153D2D-7613-4A20-992F-2E1461BBF831}" type="sibTrans" cxnId="{DA239D68-57A2-4A27-9F30-8BABB3A09A58}">
      <dgm:prSet/>
      <dgm:spPr/>
      <dgm:t>
        <a:bodyPr/>
        <a:lstStyle/>
        <a:p>
          <a:endParaRPr lang="en-US"/>
        </a:p>
      </dgm:t>
    </dgm:pt>
    <dgm:pt modelId="{38FDAE64-5A0E-44A3-B601-BF8C52A22C0B}">
      <dgm:prSet/>
      <dgm:spPr/>
      <dgm:t>
        <a:bodyPr/>
        <a:lstStyle/>
        <a:p>
          <a:r>
            <a:rPr lang="nl-NL"/>
            <a:t>-  Reinforcement Learning </a:t>
          </a:r>
          <a:endParaRPr lang="en-US"/>
        </a:p>
      </dgm:t>
    </dgm:pt>
    <dgm:pt modelId="{A83058BA-CC95-40DC-9216-F8F515432FD9}" type="parTrans" cxnId="{D810BB04-E495-418F-9D61-EDC3A39A0098}">
      <dgm:prSet/>
      <dgm:spPr/>
      <dgm:t>
        <a:bodyPr/>
        <a:lstStyle/>
        <a:p>
          <a:endParaRPr lang="en-US"/>
        </a:p>
      </dgm:t>
    </dgm:pt>
    <dgm:pt modelId="{307029AE-C7F3-4F02-A035-D1B331E7BCD7}" type="sibTrans" cxnId="{D810BB04-E495-418F-9D61-EDC3A39A0098}">
      <dgm:prSet/>
      <dgm:spPr/>
      <dgm:t>
        <a:bodyPr/>
        <a:lstStyle/>
        <a:p>
          <a:endParaRPr lang="en-US"/>
        </a:p>
      </dgm:t>
    </dgm:pt>
    <dgm:pt modelId="{B0165EE5-D262-4EE5-B49A-DE17868A1451}" type="pres">
      <dgm:prSet presAssocID="{ECB18AA8-9F3F-405D-B98A-77353FD548EE}" presName="root" presStyleCnt="0">
        <dgm:presLayoutVars>
          <dgm:dir/>
          <dgm:resizeHandles val="exact"/>
        </dgm:presLayoutVars>
      </dgm:prSet>
      <dgm:spPr/>
    </dgm:pt>
    <dgm:pt modelId="{AF206E97-9EB3-4749-A3E1-9833F7010F6F}" type="pres">
      <dgm:prSet presAssocID="{99BB0A47-E4C9-47B6-A434-3B3AE4022F57}" presName="compNode" presStyleCnt="0"/>
      <dgm:spPr/>
    </dgm:pt>
    <dgm:pt modelId="{1557D155-5ADC-4777-9F98-38ADD04345C6}" type="pres">
      <dgm:prSet presAssocID="{99BB0A47-E4C9-47B6-A434-3B3AE4022F57}" presName="bgRect" presStyleLbl="bgShp" presStyleIdx="0" presStyleCnt="2"/>
      <dgm:spPr/>
    </dgm:pt>
    <dgm:pt modelId="{D42B821F-5A77-4233-B695-B3DE087BD3CF}" type="pres">
      <dgm:prSet presAssocID="{99BB0A47-E4C9-47B6-A434-3B3AE4022F57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33148998-7BC6-4951-9DA9-0C85A143C332}" type="pres">
      <dgm:prSet presAssocID="{99BB0A47-E4C9-47B6-A434-3B3AE4022F57}" presName="spaceRect" presStyleCnt="0"/>
      <dgm:spPr/>
    </dgm:pt>
    <dgm:pt modelId="{ED4FD524-D9C6-4F1F-87F9-DE17E238E314}" type="pres">
      <dgm:prSet presAssocID="{99BB0A47-E4C9-47B6-A434-3B3AE4022F57}" presName="parTx" presStyleLbl="revTx" presStyleIdx="0" presStyleCnt="2">
        <dgm:presLayoutVars>
          <dgm:chMax val="0"/>
          <dgm:chPref val="0"/>
        </dgm:presLayoutVars>
      </dgm:prSet>
      <dgm:spPr/>
    </dgm:pt>
    <dgm:pt modelId="{E174A640-7747-4E02-909F-A8CA3CFEF82A}" type="pres">
      <dgm:prSet presAssocID="{B0153D2D-7613-4A20-992F-2E1461BBF831}" presName="sibTrans" presStyleCnt="0"/>
      <dgm:spPr/>
    </dgm:pt>
    <dgm:pt modelId="{278C48A6-9736-4BCC-A34F-65DF204371F2}" type="pres">
      <dgm:prSet presAssocID="{38FDAE64-5A0E-44A3-B601-BF8C52A22C0B}" presName="compNode" presStyleCnt="0"/>
      <dgm:spPr/>
    </dgm:pt>
    <dgm:pt modelId="{BA3DF7B2-4DBC-4728-8A4F-A8B397639452}" type="pres">
      <dgm:prSet presAssocID="{38FDAE64-5A0E-44A3-B601-BF8C52A22C0B}" presName="bgRect" presStyleLbl="bgShp" presStyleIdx="1" presStyleCnt="2"/>
      <dgm:spPr/>
    </dgm:pt>
    <dgm:pt modelId="{6AC29072-D207-44D3-BCA8-5FAE56A23B8A}" type="pres">
      <dgm:prSet presAssocID="{38FDAE64-5A0E-44A3-B601-BF8C52A22C0B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26EE8924-0B5D-4BA1-8EF4-CF1533406DCB}" type="pres">
      <dgm:prSet presAssocID="{38FDAE64-5A0E-44A3-B601-BF8C52A22C0B}" presName="spaceRect" presStyleCnt="0"/>
      <dgm:spPr/>
    </dgm:pt>
    <dgm:pt modelId="{000C509C-2C64-4029-A7C9-90C267F61D67}" type="pres">
      <dgm:prSet presAssocID="{38FDAE64-5A0E-44A3-B601-BF8C52A22C0B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D810BB04-E495-418F-9D61-EDC3A39A0098}" srcId="{ECB18AA8-9F3F-405D-B98A-77353FD548EE}" destId="{38FDAE64-5A0E-44A3-B601-BF8C52A22C0B}" srcOrd="1" destOrd="0" parTransId="{A83058BA-CC95-40DC-9216-F8F515432FD9}" sibTransId="{307029AE-C7F3-4F02-A035-D1B331E7BCD7}"/>
    <dgm:cxn modelId="{47706B1D-6C46-4691-B336-0A7711579160}" type="presOf" srcId="{ECB18AA8-9F3F-405D-B98A-77353FD548EE}" destId="{B0165EE5-D262-4EE5-B49A-DE17868A1451}" srcOrd="0" destOrd="0" presId="urn:microsoft.com/office/officeart/2018/2/layout/IconVerticalSolidList"/>
    <dgm:cxn modelId="{DA239D68-57A2-4A27-9F30-8BABB3A09A58}" srcId="{ECB18AA8-9F3F-405D-B98A-77353FD548EE}" destId="{99BB0A47-E4C9-47B6-A434-3B3AE4022F57}" srcOrd="0" destOrd="0" parTransId="{8389A547-D9E6-46EA-BDCA-904E00FEF656}" sibTransId="{B0153D2D-7613-4A20-992F-2E1461BBF831}"/>
    <dgm:cxn modelId="{1B2DC2CA-F5C2-4E7A-93A2-D0672DB3E7FD}" type="presOf" srcId="{38FDAE64-5A0E-44A3-B601-BF8C52A22C0B}" destId="{000C509C-2C64-4029-A7C9-90C267F61D67}" srcOrd="0" destOrd="0" presId="urn:microsoft.com/office/officeart/2018/2/layout/IconVerticalSolidList"/>
    <dgm:cxn modelId="{EF60E7DD-FBC8-4413-A42D-380DAC3B4599}" type="presOf" srcId="{99BB0A47-E4C9-47B6-A434-3B3AE4022F57}" destId="{ED4FD524-D9C6-4F1F-87F9-DE17E238E314}" srcOrd="0" destOrd="0" presId="urn:microsoft.com/office/officeart/2018/2/layout/IconVerticalSolidList"/>
    <dgm:cxn modelId="{E5079A75-AFA5-456A-A44D-48BF0353C87C}" type="presParOf" srcId="{B0165EE5-D262-4EE5-B49A-DE17868A1451}" destId="{AF206E97-9EB3-4749-A3E1-9833F7010F6F}" srcOrd="0" destOrd="0" presId="urn:microsoft.com/office/officeart/2018/2/layout/IconVerticalSolidList"/>
    <dgm:cxn modelId="{A1BF6EB8-2635-4FCA-B6E3-80E120A79507}" type="presParOf" srcId="{AF206E97-9EB3-4749-A3E1-9833F7010F6F}" destId="{1557D155-5ADC-4777-9F98-38ADD04345C6}" srcOrd="0" destOrd="0" presId="urn:microsoft.com/office/officeart/2018/2/layout/IconVerticalSolidList"/>
    <dgm:cxn modelId="{2605A640-17CD-400B-958B-576255605304}" type="presParOf" srcId="{AF206E97-9EB3-4749-A3E1-9833F7010F6F}" destId="{D42B821F-5A77-4233-B695-B3DE087BD3CF}" srcOrd="1" destOrd="0" presId="urn:microsoft.com/office/officeart/2018/2/layout/IconVerticalSolidList"/>
    <dgm:cxn modelId="{DA867470-FA7D-4ED7-976B-D62AF98DB102}" type="presParOf" srcId="{AF206E97-9EB3-4749-A3E1-9833F7010F6F}" destId="{33148998-7BC6-4951-9DA9-0C85A143C332}" srcOrd="2" destOrd="0" presId="urn:microsoft.com/office/officeart/2018/2/layout/IconVerticalSolidList"/>
    <dgm:cxn modelId="{306A75DF-35D0-49E0-B848-B166C5ACE53A}" type="presParOf" srcId="{AF206E97-9EB3-4749-A3E1-9833F7010F6F}" destId="{ED4FD524-D9C6-4F1F-87F9-DE17E238E314}" srcOrd="3" destOrd="0" presId="urn:microsoft.com/office/officeart/2018/2/layout/IconVerticalSolidList"/>
    <dgm:cxn modelId="{A87C9347-9724-47EC-92C5-3E6435164520}" type="presParOf" srcId="{B0165EE5-D262-4EE5-B49A-DE17868A1451}" destId="{E174A640-7747-4E02-909F-A8CA3CFEF82A}" srcOrd="1" destOrd="0" presId="urn:microsoft.com/office/officeart/2018/2/layout/IconVerticalSolidList"/>
    <dgm:cxn modelId="{A9904FD5-1DF2-40B6-A142-3340CDE6EACB}" type="presParOf" srcId="{B0165EE5-D262-4EE5-B49A-DE17868A1451}" destId="{278C48A6-9736-4BCC-A34F-65DF204371F2}" srcOrd="2" destOrd="0" presId="urn:microsoft.com/office/officeart/2018/2/layout/IconVerticalSolidList"/>
    <dgm:cxn modelId="{052239FB-E441-4121-A2B3-D06C343B9AEB}" type="presParOf" srcId="{278C48A6-9736-4BCC-A34F-65DF204371F2}" destId="{BA3DF7B2-4DBC-4728-8A4F-A8B397639452}" srcOrd="0" destOrd="0" presId="urn:microsoft.com/office/officeart/2018/2/layout/IconVerticalSolidList"/>
    <dgm:cxn modelId="{3C5BC52B-F259-4B22-A0F3-A9D568ED5F50}" type="presParOf" srcId="{278C48A6-9736-4BCC-A34F-65DF204371F2}" destId="{6AC29072-D207-44D3-BCA8-5FAE56A23B8A}" srcOrd="1" destOrd="0" presId="urn:microsoft.com/office/officeart/2018/2/layout/IconVerticalSolidList"/>
    <dgm:cxn modelId="{6218A3DC-E97B-423D-8745-390CA6527E18}" type="presParOf" srcId="{278C48A6-9736-4BCC-A34F-65DF204371F2}" destId="{26EE8924-0B5D-4BA1-8EF4-CF1533406DCB}" srcOrd="2" destOrd="0" presId="urn:microsoft.com/office/officeart/2018/2/layout/IconVerticalSolidList"/>
    <dgm:cxn modelId="{DD29F4AE-D99B-4BDA-92F5-74623BC3791E}" type="presParOf" srcId="{278C48A6-9736-4BCC-A34F-65DF204371F2}" destId="{000C509C-2C64-4029-A7C9-90C267F61D6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CC1A5FF-E649-4EC1-BF88-91258369B01B}" type="doc">
      <dgm:prSet loTypeId="urn:microsoft.com/office/officeart/2005/8/layout/vProcess5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A29F894-C473-4A38-9E97-F8E8BEFE5E90}">
      <dgm:prSet/>
      <dgm:spPr/>
      <dgm:t>
        <a:bodyPr/>
        <a:lstStyle/>
        <a:p>
          <a:r>
            <a:rPr lang="en-US"/>
            <a:t>- Beginnen met programmeren van een virtual environment </a:t>
          </a:r>
        </a:p>
      </dgm:t>
    </dgm:pt>
    <dgm:pt modelId="{5D69B652-B09B-43D4-B586-D394E0D4D840}" type="parTrans" cxnId="{B61A2F20-ECFA-406C-8621-C712BC1A6722}">
      <dgm:prSet/>
      <dgm:spPr/>
      <dgm:t>
        <a:bodyPr/>
        <a:lstStyle/>
        <a:p>
          <a:endParaRPr lang="en-US"/>
        </a:p>
      </dgm:t>
    </dgm:pt>
    <dgm:pt modelId="{38447C46-ADB6-4776-B289-332B6095F713}" type="sibTrans" cxnId="{B61A2F20-ECFA-406C-8621-C712BC1A6722}">
      <dgm:prSet/>
      <dgm:spPr/>
      <dgm:t>
        <a:bodyPr/>
        <a:lstStyle/>
        <a:p>
          <a:endParaRPr lang="en-US"/>
        </a:p>
      </dgm:t>
    </dgm:pt>
    <dgm:pt modelId="{AFEDEA8E-4461-46EB-9FC3-82789D422A5B}">
      <dgm:prSet/>
      <dgm:spPr/>
      <dgm:t>
        <a:bodyPr/>
        <a:lstStyle/>
        <a:p>
          <a:r>
            <a:rPr lang="en-US"/>
            <a:t>- Een begin maken aan het veiliger maken van het systeem</a:t>
          </a:r>
        </a:p>
      </dgm:t>
    </dgm:pt>
    <dgm:pt modelId="{311D771F-64E1-4C92-BAF9-B937CFB1840B}" type="parTrans" cxnId="{C98DB732-4AE8-40D4-B8BB-20DDDBCC569B}">
      <dgm:prSet/>
      <dgm:spPr/>
      <dgm:t>
        <a:bodyPr/>
        <a:lstStyle/>
        <a:p>
          <a:endParaRPr lang="en-US"/>
        </a:p>
      </dgm:t>
    </dgm:pt>
    <dgm:pt modelId="{4690F4E4-E0FB-4970-8A09-27EE0AB46D7F}" type="sibTrans" cxnId="{C98DB732-4AE8-40D4-B8BB-20DDDBCC569B}">
      <dgm:prSet/>
      <dgm:spPr/>
      <dgm:t>
        <a:bodyPr/>
        <a:lstStyle/>
        <a:p>
          <a:endParaRPr lang="en-US"/>
        </a:p>
      </dgm:t>
    </dgm:pt>
    <dgm:pt modelId="{EEEADA90-30B1-4AA9-BD61-3DC4BA2A72FC}">
      <dgm:prSet/>
      <dgm:spPr/>
      <dgm:t>
        <a:bodyPr/>
        <a:lstStyle/>
        <a:p>
          <a:r>
            <a:rPr lang="en-US"/>
            <a:t>- Machine learning verder onderzoeken, starten met het programmeren.</a:t>
          </a:r>
        </a:p>
      </dgm:t>
    </dgm:pt>
    <dgm:pt modelId="{DD661367-0068-46DF-AA71-899F24747FE9}" type="parTrans" cxnId="{96ADA16B-D3F6-4871-92EF-D0FC14D7F53E}">
      <dgm:prSet/>
      <dgm:spPr/>
      <dgm:t>
        <a:bodyPr/>
        <a:lstStyle/>
        <a:p>
          <a:endParaRPr lang="en-US"/>
        </a:p>
      </dgm:t>
    </dgm:pt>
    <dgm:pt modelId="{8BFAFCF5-4C7E-4E9D-AC21-A109AEA1F6DD}" type="sibTrans" cxnId="{96ADA16B-D3F6-4871-92EF-D0FC14D7F53E}">
      <dgm:prSet/>
      <dgm:spPr/>
      <dgm:t>
        <a:bodyPr/>
        <a:lstStyle/>
        <a:p>
          <a:endParaRPr lang="en-US"/>
        </a:p>
      </dgm:t>
    </dgm:pt>
    <dgm:pt modelId="{0AF7FCBA-72F6-495C-8718-1BDC6DBF1AA5}" type="pres">
      <dgm:prSet presAssocID="{CCC1A5FF-E649-4EC1-BF88-91258369B01B}" presName="outerComposite" presStyleCnt="0">
        <dgm:presLayoutVars>
          <dgm:chMax val="5"/>
          <dgm:dir/>
          <dgm:resizeHandles val="exact"/>
        </dgm:presLayoutVars>
      </dgm:prSet>
      <dgm:spPr/>
    </dgm:pt>
    <dgm:pt modelId="{5172F484-EB1E-4448-BCA5-15B49E14A576}" type="pres">
      <dgm:prSet presAssocID="{CCC1A5FF-E649-4EC1-BF88-91258369B01B}" presName="dummyMaxCanvas" presStyleCnt="0">
        <dgm:presLayoutVars/>
      </dgm:prSet>
      <dgm:spPr/>
    </dgm:pt>
    <dgm:pt modelId="{BBC9FBEC-1569-4232-B267-B4CD736F8E21}" type="pres">
      <dgm:prSet presAssocID="{CCC1A5FF-E649-4EC1-BF88-91258369B01B}" presName="ThreeNodes_1" presStyleLbl="node1" presStyleIdx="0" presStyleCnt="3">
        <dgm:presLayoutVars>
          <dgm:bulletEnabled val="1"/>
        </dgm:presLayoutVars>
      </dgm:prSet>
      <dgm:spPr/>
    </dgm:pt>
    <dgm:pt modelId="{A78A08C3-CD3F-45AB-9D58-FF3982DFE5D0}" type="pres">
      <dgm:prSet presAssocID="{CCC1A5FF-E649-4EC1-BF88-91258369B01B}" presName="ThreeNodes_2" presStyleLbl="node1" presStyleIdx="1" presStyleCnt="3">
        <dgm:presLayoutVars>
          <dgm:bulletEnabled val="1"/>
        </dgm:presLayoutVars>
      </dgm:prSet>
      <dgm:spPr/>
    </dgm:pt>
    <dgm:pt modelId="{446A2C3F-B172-406E-BA2A-74C0A3916BC9}" type="pres">
      <dgm:prSet presAssocID="{CCC1A5FF-E649-4EC1-BF88-91258369B01B}" presName="ThreeNodes_3" presStyleLbl="node1" presStyleIdx="2" presStyleCnt="3">
        <dgm:presLayoutVars>
          <dgm:bulletEnabled val="1"/>
        </dgm:presLayoutVars>
      </dgm:prSet>
      <dgm:spPr/>
    </dgm:pt>
    <dgm:pt modelId="{FC735F2E-F7C5-4678-9DC0-E2740363F048}" type="pres">
      <dgm:prSet presAssocID="{CCC1A5FF-E649-4EC1-BF88-91258369B01B}" presName="ThreeConn_1-2" presStyleLbl="fgAccFollowNode1" presStyleIdx="0" presStyleCnt="2">
        <dgm:presLayoutVars>
          <dgm:bulletEnabled val="1"/>
        </dgm:presLayoutVars>
      </dgm:prSet>
      <dgm:spPr/>
    </dgm:pt>
    <dgm:pt modelId="{E6C92AD8-8C7F-479A-A6AE-F91CE3088096}" type="pres">
      <dgm:prSet presAssocID="{CCC1A5FF-E649-4EC1-BF88-91258369B01B}" presName="ThreeConn_2-3" presStyleLbl="fgAccFollowNode1" presStyleIdx="1" presStyleCnt="2">
        <dgm:presLayoutVars>
          <dgm:bulletEnabled val="1"/>
        </dgm:presLayoutVars>
      </dgm:prSet>
      <dgm:spPr/>
    </dgm:pt>
    <dgm:pt modelId="{E0649511-17A1-46D6-AE2F-3B250348EE83}" type="pres">
      <dgm:prSet presAssocID="{CCC1A5FF-E649-4EC1-BF88-91258369B01B}" presName="ThreeNodes_1_text" presStyleLbl="node1" presStyleIdx="2" presStyleCnt="3">
        <dgm:presLayoutVars>
          <dgm:bulletEnabled val="1"/>
        </dgm:presLayoutVars>
      </dgm:prSet>
      <dgm:spPr/>
    </dgm:pt>
    <dgm:pt modelId="{1CCA46AC-F13D-4D22-A272-480704811875}" type="pres">
      <dgm:prSet presAssocID="{CCC1A5FF-E649-4EC1-BF88-91258369B01B}" presName="ThreeNodes_2_text" presStyleLbl="node1" presStyleIdx="2" presStyleCnt="3">
        <dgm:presLayoutVars>
          <dgm:bulletEnabled val="1"/>
        </dgm:presLayoutVars>
      </dgm:prSet>
      <dgm:spPr/>
    </dgm:pt>
    <dgm:pt modelId="{27E743BA-0F6A-4E00-BC52-62809FB454E8}" type="pres">
      <dgm:prSet presAssocID="{CCC1A5FF-E649-4EC1-BF88-91258369B01B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B61A2F20-ECFA-406C-8621-C712BC1A6722}" srcId="{CCC1A5FF-E649-4EC1-BF88-91258369B01B}" destId="{DA29F894-C473-4A38-9E97-F8E8BEFE5E90}" srcOrd="0" destOrd="0" parTransId="{5D69B652-B09B-43D4-B586-D394E0D4D840}" sibTransId="{38447C46-ADB6-4776-B289-332B6095F713}"/>
    <dgm:cxn modelId="{C98DB732-4AE8-40D4-B8BB-20DDDBCC569B}" srcId="{CCC1A5FF-E649-4EC1-BF88-91258369B01B}" destId="{AFEDEA8E-4461-46EB-9FC3-82789D422A5B}" srcOrd="1" destOrd="0" parTransId="{311D771F-64E1-4C92-BAF9-B937CFB1840B}" sibTransId="{4690F4E4-E0FB-4970-8A09-27EE0AB46D7F}"/>
    <dgm:cxn modelId="{17FB5638-3097-4F03-9AAE-BCCEB4209DE6}" type="presOf" srcId="{EEEADA90-30B1-4AA9-BD61-3DC4BA2A72FC}" destId="{446A2C3F-B172-406E-BA2A-74C0A3916BC9}" srcOrd="0" destOrd="0" presId="urn:microsoft.com/office/officeart/2005/8/layout/vProcess5"/>
    <dgm:cxn modelId="{96ADA16B-D3F6-4871-92EF-D0FC14D7F53E}" srcId="{CCC1A5FF-E649-4EC1-BF88-91258369B01B}" destId="{EEEADA90-30B1-4AA9-BD61-3DC4BA2A72FC}" srcOrd="2" destOrd="0" parTransId="{DD661367-0068-46DF-AA71-899F24747FE9}" sibTransId="{8BFAFCF5-4C7E-4E9D-AC21-A109AEA1F6DD}"/>
    <dgm:cxn modelId="{4F94CD71-396B-443D-8F39-7FB4BB6142DB}" type="presOf" srcId="{AFEDEA8E-4461-46EB-9FC3-82789D422A5B}" destId="{A78A08C3-CD3F-45AB-9D58-FF3982DFE5D0}" srcOrd="0" destOrd="0" presId="urn:microsoft.com/office/officeart/2005/8/layout/vProcess5"/>
    <dgm:cxn modelId="{CAADC18C-A518-4356-8800-769B18A2B126}" type="presOf" srcId="{AFEDEA8E-4461-46EB-9FC3-82789D422A5B}" destId="{1CCA46AC-F13D-4D22-A272-480704811875}" srcOrd="1" destOrd="0" presId="urn:microsoft.com/office/officeart/2005/8/layout/vProcess5"/>
    <dgm:cxn modelId="{52A3FFA6-D2AA-40A1-AF4E-1004D65071D8}" type="presOf" srcId="{38447C46-ADB6-4776-B289-332B6095F713}" destId="{FC735F2E-F7C5-4678-9DC0-E2740363F048}" srcOrd="0" destOrd="0" presId="urn:microsoft.com/office/officeart/2005/8/layout/vProcess5"/>
    <dgm:cxn modelId="{6D054EB0-14BF-414A-B9B4-6C30CEE5DDA5}" type="presOf" srcId="{CCC1A5FF-E649-4EC1-BF88-91258369B01B}" destId="{0AF7FCBA-72F6-495C-8718-1BDC6DBF1AA5}" srcOrd="0" destOrd="0" presId="urn:microsoft.com/office/officeart/2005/8/layout/vProcess5"/>
    <dgm:cxn modelId="{A0BC19BB-E211-4A39-A8B6-74BE4A6EC8BB}" type="presOf" srcId="{4690F4E4-E0FB-4970-8A09-27EE0AB46D7F}" destId="{E6C92AD8-8C7F-479A-A6AE-F91CE3088096}" srcOrd="0" destOrd="0" presId="urn:microsoft.com/office/officeart/2005/8/layout/vProcess5"/>
    <dgm:cxn modelId="{2AC114C5-060E-43EB-9C97-F66D105822F5}" type="presOf" srcId="{EEEADA90-30B1-4AA9-BD61-3DC4BA2A72FC}" destId="{27E743BA-0F6A-4E00-BC52-62809FB454E8}" srcOrd="1" destOrd="0" presId="urn:microsoft.com/office/officeart/2005/8/layout/vProcess5"/>
    <dgm:cxn modelId="{E4DDABE6-BDF7-4DE0-8856-66BC591F2524}" type="presOf" srcId="{DA29F894-C473-4A38-9E97-F8E8BEFE5E90}" destId="{BBC9FBEC-1569-4232-B267-B4CD736F8E21}" srcOrd="0" destOrd="0" presId="urn:microsoft.com/office/officeart/2005/8/layout/vProcess5"/>
    <dgm:cxn modelId="{122573E7-3C83-4FE3-B6A6-44BCA3BF28FB}" type="presOf" srcId="{DA29F894-C473-4A38-9E97-F8E8BEFE5E90}" destId="{E0649511-17A1-46D6-AE2F-3B250348EE83}" srcOrd="1" destOrd="0" presId="urn:microsoft.com/office/officeart/2005/8/layout/vProcess5"/>
    <dgm:cxn modelId="{B3D53841-D841-406A-B71D-1055C0EB05E5}" type="presParOf" srcId="{0AF7FCBA-72F6-495C-8718-1BDC6DBF1AA5}" destId="{5172F484-EB1E-4448-BCA5-15B49E14A576}" srcOrd="0" destOrd="0" presId="urn:microsoft.com/office/officeart/2005/8/layout/vProcess5"/>
    <dgm:cxn modelId="{E460E5A7-88FC-4520-9CFA-1187794922E8}" type="presParOf" srcId="{0AF7FCBA-72F6-495C-8718-1BDC6DBF1AA5}" destId="{BBC9FBEC-1569-4232-B267-B4CD736F8E21}" srcOrd="1" destOrd="0" presId="urn:microsoft.com/office/officeart/2005/8/layout/vProcess5"/>
    <dgm:cxn modelId="{5CFB92F7-D9A7-44F0-9E8B-58301084BDE5}" type="presParOf" srcId="{0AF7FCBA-72F6-495C-8718-1BDC6DBF1AA5}" destId="{A78A08C3-CD3F-45AB-9D58-FF3982DFE5D0}" srcOrd="2" destOrd="0" presId="urn:microsoft.com/office/officeart/2005/8/layout/vProcess5"/>
    <dgm:cxn modelId="{551B4D63-AF28-45C7-9387-FAC240298748}" type="presParOf" srcId="{0AF7FCBA-72F6-495C-8718-1BDC6DBF1AA5}" destId="{446A2C3F-B172-406E-BA2A-74C0A3916BC9}" srcOrd="3" destOrd="0" presId="urn:microsoft.com/office/officeart/2005/8/layout/vProcess5"/>
    <dgm:cxn modelId="{1BB0ECBA-788B-42CA-99F2-BEAA465BE4C5}" type="presParOf" srcId="{0AF7FCBA-72F6-495C-8718-1BDC6DBF1AA5}" destId="{FC735F2E-F7C5-4678-9DC0-E2740363F048}" srcOrd="4" destOrd="0" presId="urn:microsoft.com/office/officeart/2005/8/layout/vProcess5"/>
    <dgm:cxn modelId="{4A3DDA98-B781-40E3-9C30-E90693F7C2DC}" type="presParOf" srcId="{0AF7FCBA-72F6-495C-8718-1BDC6DBF1AA5}" destId="{E6C92AD8-8C7F-479A-A6AE-F91CE3088096}" srcOrd="5" destOrd="0" presId="urn:microsoft.com/office/officeart/2005/8/layout/vProcess5"/>
    <dgm:cxn modelId="{E0A3E1C9-5F9E-4FDA-9EC7-782F778630A0}" type="presParOf" srcId="{0AF7FCBA-72F6-495C-8718-1BDC6DBF1AA5}" destId="{E0649511-17A1-46D6-AE2F-3B250348EE83}" srcOrd="6" destOrd="0" presId="urn:microsoft.com/office/officeart/2005/8/layout/vProcess5"/>
    <dgm:cxn modelId="{CA7485BB-5937-4C85-997A-ED3507D50401}" type="presParOf" srcId="{0AF7FCBA-72F6-495C-8718-1BDC6DBF1AA5}" destId="{1CCA46AC-F13D-4D22-A272-480704811875}" srcOrd="7" destOrd="0" presId="urn:microsoft.com/office/officeart/2005/8/layout/vProcess5"/>
    <dgm:cxn modelId="{8DD30552-D2B1-459E-9DA0-B26BADE60B63}" type="presParOf" srcId="{0AF7FCBA-72F6-495C-8718-1BDC6DBF1AA5}" destId="{27E743BA-0F6A-4E00-BC52-62809FB454E8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CB6036-1D45-481A-8BEE-EC5676DFB97F}">
      <dsp:nvSpPr>
        <dsp:cNvPr id="0" name=""/>
        <dsp:cNvSpPr/>
      </dsp:nvSpPr>
      <dsp:spPr>
        <a:xfrm>
          <a:off x="0" y="445"/>
          <a:ext cx="101314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9924B4-BED6-44E1-B692-547C2DED544C}">
      <dsp:nvSpPr>
        <dsp:cNvPr id="0" name=""/>
        <dsp:cNvSpPr/>
      </dsp:nvSpPr>
      <dsp:spPr>
        <a:xfrm>
          <a:off x="0" y="445"/>
          <a:ext cx="10131425" cy="729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- Wat hebben we de afgelopen week onderzocht?</a:t>
          </a:r>
        </a:p>
      </dsp:txBody>
      <dsp:txXfrm>
        <a:off x="0" y="445"/>
        <a:ext cx="10131425" cy="729648"/>
      </dsp:txXfrm>
    </dsp:sp>
    <dsp:sp modelId="{EB46480C-CA1F-43E3-AE36-F51E9BF19A3E}">
      <dsp:nvSpPr>
        <dsp:cNvPr id="0" name=""/>
        <dsp:cNvSpPr/>
      </dsp:nvSpPr>
      <dsp:spPr>
        <a:xfrm>
          <a:off x="0" y="730093"/>
          <a:ext cx="101314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F543AF-09C0-4E73-A16A-DD4D6A922BBB}">
      <dsp:nvSpPr>
        <dsp:cNvPr id="0" name=""/>
        <dsp:cNvSpPr/>
      </dsp:nvSpPr>
      <dsp:spPr>
        <a:xfrm>
          <a:off x="0" y="730093"/>
          <a:ext cx="10131425" cy="729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- Nieuwe afspraken met de opdrachtgever</a:t>
          </a:r>
        </a:p>
      </dsp:txBody>
      <dsp:txXfrm>
        <a:off x="0" y="730093"/>
        <a:ext cx="10131425" cy="729648"/>
      </dsp:txXfrm>
    </dsp:sp>
    <dsp:sp modelId="{57B85FE0-EA76-4E09-89CD-4FD264CC41F9}">
      <dsp:nvSpPr>
        <dsp:cNvPr id="0" name=""/>
        <dsp:cNvSpPr/>
      </dsp:nvSpPr>
      <dsp:spPr>
        <a:xfrm>
          <a:off x="0" y="1459742"/>
          <a:ext cx="101314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9837AD-DFBD-45C2-8F98-7C519DAC49CF}">
      <dsp:nvSpPr>
        <dsp:cNvPr id="0" name=""/>
        <dsp:cNvSpPr/>
      </dsp:nvSpPr>
      <dsp:spPr>
        <a:xfrm>
          <a:off x="0" y="1459742"/>
          <a:ext cx="10131425" cy="729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- Retrospective</a:t>
          </a:r>
        </a:p>
      </dsp:txBody>
      <dsp:txXfrm>
        <a:off x="0" y="1459742"/>
        <a:ext cx="10131425" cy="729648"/>
      </dsp:txXfrm>
    </dsp:sp>
    <dsp:sp modelId="{CDDE92E9-C905-4BA0-B3F4-2D3AC7F68C39}">
      <dsp:nvSpPr>
        <dsp:cNvPr id="0" name=""/>
        <dsp:cNvSpPr/>
      </dsp:nvSpPr>
      <dsp:spPr>
        <a:xfrm>
          <a:off x="0" y="2189390"/>
          <a:ext cx="101314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5B2A71-90A3-415D-914A-5E84E69EF7C1}">
      <dsp:nvSpPr>
        <dsp:cNvPr id="0" name=""/>
        <dsp:cNvSpPr/>
      </dsp:nvSpPr>
      <dsp:spPr>
        <a:xfrm>
          <a:off x="0" y="2189390"/>
          <a:ext cx="10131425" cy="729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- Wat is onze plan voor de volgende sprint</a:t>
          </a:r>
        </a:p>
      </dsp:txBody>
      <dsp:txXfrm>
        <a:off x="0" y="2189390"/>
        <a:ext cx="10131425" cy="729648"/>
      </dsp:txXfrm>
    </dsp:sp>
    <dsp:sp modelId="{26CE8008-EE58-4487-87A8-CC6CD6FD9B28}">
      <dsp:nvSpPr>
        <dsp:cNvPr id="0" name=""/>
        <dsp:cNvSpPr/>
      </dsp:nvSpPr>
      <dsp:spPr>
        <a:xfrm>
          <a:off x="0" y="2919039"/>
          <a:ext cx="101314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B8EA93-41FE-47C1-A903-3FF5839FF215}">
      <dsp:nvSpPr>
        <dsp:cNvPr id="0" name=""/>
        <dsp:cNvSpPr/>
      </dsp:nvSpPr>
      <dsp:spPr>
        <a:xfrm>
          <a:off x="0" y="2919039"/>
          <a:ext cx="10131425" cy="729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- Vragen</a:t>
          </a:r>
        </a:p>
      </dsp:txBody>
      <dsp:txXfrm>
        <a:off x="0" y="2919039"/>
        <a:ext cx="10131425" cy="7296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57D155-5ADC-4777-9F98-38ADD04345C6}">
      <dsp:nvSpPr>
        <dsp:cNvPr id="0" name=""/>
        <dsp:cNvSpPr/>
      </dsp:nvSpPr>
      <dsp:spPr>
        <a:xfrm>
          <a:off x="0" y="799046"/>
          <a:ext cx="5886291" cy="14751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2B821F-5A77-4233-B695-B3DE087BD3CF}">
      <dsp:nvSpPr>
        <dsp:cNvPr id="0" name=""/>
        <dsp:cNvSpPr/>
      </dsp:nvSpPr>
      <dsp:spPr>
        <a:xfrm>
          <a:off x="446236" y="1130958"/>
          <a:ext cx="811339" cy="8113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4FD524-D9C6-4F1F-87F9-DE17E238E314}">
      <dsp:nvSpPr>
        <dsp:cNvPr id="0" name=""/>
        <dsp:cNvSpPr/>
      </dsp:nvSpPr>
      <dsp:spPr>
        <a:xfrm>
          <a:off x="1703813" y="799046"/>
          <a:ext cx="4182477" cy="1475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121" tIns="156121" rIns="156121" bIns="1561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500" kern="1200"/>
            <a:t>-  Digital Twin</a:t>
          </a:r>
          <a:endParaRPr lang="en-US" sz="2500" kern="1200"/>
        </a:p>
      </dsp:txBody>
      <dsp:txXfrm>
        <a:off x="1703813" y="799046"/>
        <a:ext cx="4182477" cy="1475163"/>
      </dsp:txXfrm>
    </dsp:sp>
    <dsp:sp modelId="{BA3DF7B2-4DBC-4728-8A4F-A8B397639452}">
      <dsp:nvSpPr>
        <dsp:cNvPr id="0" name=""/>
        <dsp:cNvSpPr/>
      </dsp:nvSpPr>
      <dsp:spPr>
        <a:xfrm>
          <a:off x="0" y="2643000"/>
          <a:ext cx="5886291" cy="14751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C29072-D207-44D3-BCA8-5FAE56A23B8A}">
      <dsp:nvSpPr>
        <dsp:cNvPr id="0" name=""/>
        <dsp:cNvSpPr/>
      </dsp:nvSpPr>
      <dsp:spPr>
        <a:xfrm>
          <a:off x="446236" y="2974912"/>
          <a:ext cx="811339" cy="8113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0C509C-2C64-4029-A7C9-90C267F61D67}">
      <dsp:nvSpPr>
        <dsp:cNvPr id="0" name=""/>
        <dsp:cNvSpPr/>
      </dsp:nvSpPr>
      <dsp:spPr>
        <a:xfrm>
          <a:off x="1703813" y="2643000"/>
          <a:ext cx="4182477" cy="1475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121" tIns="156121" rIns="156121" bIns="1561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500" kern="1200"/>
            <a:t>-  Reinforcement Learning </a:t>
          </a:r>
          <a:endParaRPr lang="en-US" sz="2500" kern="1200"/>
        </a:p>
      </dsp:txBody>
      <dsp:txXfrm>
        <a:off x="1703813" y="2643000"/>
        <a:ext cx="4182477" cy="147516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C9FBEC-1569-4232-B267-B4CD736F8E21}">
      <dsp:nvSpPr>
        <dsp:cNvPr id="0" name=""/>
        <dsp:cNvSpPr/>
      </dsp:nvSpPr>
      <dsp:spPr>
        <a:xfrm>
          <a:off x="0" y="0"/>
          <a:ext cx="5563419" cy="144605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- Beginnen met programmeren van een virtual environment </a:t>
          </a:r>
        </a:p>
      </dsp:txBody>
      <dsp:txXfrm>
        <a:off x="42353" y="42353"/>
        <a:ext cx="4003014" cy="1361348"/>
      </dsp:txXfrm>
    </dsp:sp>
    <dsp:sp modelId="{A78A08C3-CD3F-45AB-9D58-FF3982DFE5D0}">
      <dsp:nvSpPr>
        <dsp:cNvPr id="0" name=""/>
        <dsp:cNvSpPr/>
      </dsp:nvSpPr>
      <dsp:spPr>
        <a:xfrm>
          <a:off x="490889" y="1687063"/>
          <a:ext cx="5563419" cy="144605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1555074"/>
                <a:satOff val="-8227"/>
                <a:lumOff val="-3137"/>
                <a:alphaOff val="0"/>
                <a:tint val="98000"/>
                <a:lumMod val="100000"/>
              </a:schemeClr>
            </a:gs>
            <a:gs pos="100000">
              <a:schemeClr val="accent2">
                <a:hueOff val="-1555074"/>
                <a:satOff val="-8227"/>
                <a:lumOff val="-3137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- Een begin maken aan het veiliger maken van het systeem</a:t>
          </a:r>
        </a:p>
      </dsp:txBody>
      <dsp:txXfrm>
        <a:off x="533242" y="1729416"/>
        <a:ext cx="4047887" cy="1361348"/>
      </dsp:txXfrm>
    </dsp:sp>
    <dsp:sp modelId="{446A2C3F-B172-406E-BA2A-74C0A3916BC9}">
      <dsp:nvSpPr>
        <dsp:cNvPr id="0" name=""/>
        <dsp:cNvSpPr/>
      </dsp:nvSpPr>
      <dsp:spPr>
        <a:xfrm>
          <a:off x="981779" y="3374127"/>
          <a:ext cx="5563419" cy="144605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3110148"/>
                <a:satOff val="-16453"/>
                <a:lumOff val="-6274"/>
                <a:alphaOff val="0"/>
                <a:tint val="98000"/>
                <a:lumMod val="100000"/>
              </a:schemeClr>
            </a:gs>
            <a:gs pos="100000">
              <a:schemeClr val="accent2">
                <a:hueOff val="-3110148"/>
                <a:satOff val="-16453"/>
                <a:lumOff val="-6274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- Machine learning verder onderzoeken, starten met het programmeren.</a:t>
          </a:r>
        </a:p>
      </dsp:txBody>
      <dsp:txXfrm>
        <a:off x="1024132" y="3416480"/>
        <a:ext cx="4047887" cy="1361348"/>
      </dsp:txXfrm>
    </dsp:sp>
    <dsp:sp modelId="{FC735F2E-F7C5-4678-9DC0-E2740363F048}">
      <dsp:nvSpPr>
        <dsp:cNvPr id="0" name=""/>
        <dsp:cNvSpPr/>
      </dsp:nvSpPr>
      <dsp:spPr>
        <a:xfrm>
          <a:off x="4623483" y="1096591"/>
          <a:ext cx="939935" cy="93993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4834968" y="1096591"/>
        <a:ext cx="516965" cy="707301"/>
      </dsp:txXfrm>
    </dsp:sp>
    <dsp:sp modelId="{E6C92AD8-8C7F-479A-A6AE-F91CE3088096}">
      <dsp:nvSpPr>
        <dsp:cNvPr id="0" name=""/>
        <dsp:cNvSpPr/>
      </dsp:nvSpPr>
      <dsp:spPr>
        <a:xfrm>
          <a:off x="5114373" y="2774014"/>
          <a:ext cx="939935" cy="93993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3871361"/>
            <a:satOff val="-19132"/>
            <a:lumOff val="-1925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-3871361"/>
              <a:satOff val="-19132"/>
              <a:lumOff val="-192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5325858" y="2774014"/>
        <a:ext cx="516965" cy="7073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1783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683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351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707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037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03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102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812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179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991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8758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2956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1551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5418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990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51145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522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9668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C04F8797-ED77-4C70-AAEA-0DE48267C2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CAD06229-FEB7-4CC9-8BE7-1A9457B9C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5322895"/>
          </a:xfrm>
          <a:custGeom>
            <a:avLst/>
            <a:gdLst>
              <a:gd name="connsiteX0" fmla="*/ 0 w 12192000"/>
              <a:gd name="connsiteY0" fmla="*/ 0 h 5322895"/>
              <a:gd name="connsiteX1" fmla="*/ 12192000 w 12192000"/>
              <a:gd name="connsiteY1" fmla="*/ 0 h 5322895"/>
              <a:gd name="connsiteX2" fmla="*/ 12192000 w 12192000"/>
              <a:gd name="connsiteY2" fmla="*/ 213719 h 5322895"/>
              <a:gd name="connsiteX3" fmla="*/ 12192000 w 12192000"/>
              <a:gd name="connsiteY3" fmla="*/ 471948 h 5322895"/>
              <a:gd name="connsiteX4" fmla="*/ 12192000 w 12192000"/>
              <a:gd name="connsiteY4" fmla="*/ 3571886 h 5322895"/>
              <a:gd name="connsiteX5" fmla="*/ 12192000 w 12192000"/>
              <a:gd name="connsiteY5" fmla="*/ 3753332 h 5322895"/>
              <a:gd name="connsiteX6" fmla="*/ 12192000 w 12192000"/>
              <a:gd name="connsiteY6" fmla="*/ 4806077 h 5322895"/>
              <a:gd name="connsiteX7" fmla="*/ 11957522 w 12192000"/>
              <a:gd name="connsiteY7" fmla="*/ 4849979 h 5322895"/>
              <a:gd name="connsiteX8" fmla="*/ 11679973 w 12192000"/>
              <a:gd name="connsiteY8" fmla="*/ 4899723 h 5322895"/>
              <a:gd name="connsiteX9" fmla="*/ 11401197 w 12192000"/>
              <a:gd name="connsiteY9" fmla="*/ 4948416 h 5322895"/>
              <a:gd name="connsiteX10" fmla="*/ 11121192 w 12192000"/>
              <a:gd name="connsiteY10" fmla="*/ 4990102 h 5322895"/>
              <a:gd name="connsiteX11" fmla="*/ 10842416 w 12192000"/>
              <a:gd name="connsiteY11" fmla="*/ 5032139 h 5322895"/>
              <a:gd name="connsiteX12" fmla="*/ 10562411 w 12192000"/>
              <a:gd name="connsiteY12" fmla="*/ 5071374 h 5322895"/>
              <a:gd name="connsiteX13" fmla="*/ 10286091 w 12192000"/>
              <a:gd name="connsiteY13" fmla="*/ 5105003 h 5322895"/>
              <a:gd name="connsiteX14" fmla="*/ 10006086 w 12192000"/>
              <a:gd name="connsiteY14" fmla="*/ 5136881 h 5322895"/>
              <a:gd name="connsiteX15" fmla="*/ 9727310 w 12192000"/>
              <a:gd name="connsiteY15" fmla="*/ 5165957 h 5322895"/>
              <a:gd name="connsiteX16" fmla="*/ 9453445 w 12192000"/>
              <a:gd name="connsiteY16" fmla="*/ 5191179 h 5322895"/>
              <a:gd name="connsiteX17" fmla="*/ 9175897 w 12192000"/>
              <a:gd name="connsiteY17" fmla="*/ 5216401 h 5322895"/>
              <a:gd name="connsiteX18" fmla="*/ 8902033 w 12192000"/>
              <a:gd name="connsiteY18" fmla="*/ 5237420 h 5322895"/>
              <a:gd name="connsiteX19" fmla="*/ 8628169 w 12192000"/>
              <a:gd name="connsiteY19" fmla="*/ 5253884 h 5322895"/>
              <a:gd name="connsiteX20" fmla="*/ 8355533 w 12192000"/>
              <a:gd name="connsiteY20" fmla="*/ 5271050 h 5322895"/>
              <a:gd name="connsiteX21" fmla="*/ 8085353 w 12192000"/>
              <a:gd name="connsiteY21" fmla="*/ 5285412 h 5322895"/>
              <a:gd name="connsiteX22" fmla="*/ 7817629 w 12192000"/>
              <a:gd name="connsiteY22" fmla="*/ 5295571 h 5322895"/>
              <a:gd name="connsiteX23" fmla="*/ 7549905 w 12192000"/>
              <a:gd name="connsiteY23" fmla="*/ 5304329 h 5322895"/>
              <a:gd name="connsiteX24" fmla="*/ 7284638 w 12192000"/>
              <a:gd name="connsiteY24" fmla="*/ 5312736 h 5322895"/>
              <a:gd name="connsiteX25" fmla="*/ 7023055 w 12192000"/>
              <a:gd name="connsiteY25" fmla="*/ 5316590 h 5322895"/>
              <a:gd name="connsiteX26" fmla="*/ 6761472 w 12192000"/>
              <a:gd name="connsiteY26" fmla="*/ 5320793 h 5322895"/>
              <a:gd name="connsiteX27" fmla="*/ 6503573 w 12192000"/>
              <a:gd name="connsiteY27" fmla="*/ 5322895 h 5322895"/>
              <a:gd name="connsiteX28" fmla="*/ 6248130 w 12192000"/>
              <a:gd name="connsiteY28" fmla="*/ 5320793 h 5322895"/>
              <a:gd name="connsiteX29" fmla="*/ 5995144 w 12192000"/>
              <a:gd name="connsiteY29" fmla="*/ 5320793 h 5322895"/>
              <a:gd name="connsiteX30" fmla="*/ 5744613 w 12192000"/>
              <a:gd name="connsiteY30" fmla="*/ 5316590 h 5322895"/>
              <a:gd name="connsiteX31" fmla="*/ 5498995 w 12192000"/>
              <a:gd name="connsiteY31" fmla="*/ 5310284 h 5322895"/>
              <a:gd name="connsiteX32" fmla="*/ 5255834 w 12192000"/>
              <a:gd name="connsiteY32" fmla="*/ 5304329 h 5322895"/>
              <a:gd name="connsiteX33" fmla="*/ 5017584 w 12192000"/>
              <a:gd name="connsiteY33" fmla="*/ 5297673 h 5322895"/>
              <a:gd name="connsiteX34" fmla="*/ 4780562 w 12192000"/>
              <a:gd name="connsiteY34" fmla="*/ 5287514 h 5322895"/>
              <a:gd name="connsiteX35" fmla="*/ 4547227 w 12192000"/>
              <a:gd name="connsiteY35" fmla="*/ 5276654 h 5322895"/>
              <a:gd name="connsiteX36" fmla="*/ 4318800 w 12192000"/>
              <a:gd name="connsiteY36" fmla="*/ 5266846 h 5322895"/>
              <a:gd name="connsiteX37" fmla="*/ 3873004 w 12192000"/>
              <a:gd name="connsiteY37" fmla="*/ 5239171 h 5322895"/>
              <a:gd name="connsiteX38" fmla="*/ 3445628 w 12192000"/>
              <a:gd name="connsiteY38" fmla="*/ 5209746 h 5322895"/>
              <a:gd name="connsiteX39" fmla="*/ 3035446 w 12192000"/>
              <a:gd name="connsiteY39" fmla="*/ 5178918 h 5322895"/>
              <a:gd name="connsiteX40" fmla="*/ 2647370 w 12192000"/>
              <a:gd name="connsiteY40" fmla="*/ 5144939 h 5322895"/>
              <a:gd name="connsiteX41" fmla="*/ 2276487 w 12192000"/>
              <a:gd name="connsiteY41" fmla="*/ 5109557 h 5322895"/>
              <a:gd name="connsiteX42" fmla="*/ 1932621 w 12192000"/>
              <a:gd name="connsiteY42" fmla="*/ 5071374 h 5322895"/>
              <a:gd name="connsiteX43" fmla="*/ 1609634 w 12192000"/>
              <a:gd name="connsiteY43" fmla="*/ 5033891 h 5322895"/>
              <a:gd name="connsiteX44" fmla="*/ 1312435 w 12192000"/>
              <a:gd name="connsiteY44" fmla="*/ 4996408 h 5322895"/>
              <a:gd name="connsiteX45" fmla="*/ 1039799 w 12192000"/>
              <a:gd name="connsiteY45" fmla="*/ 4961027 h 5322895"/>
              <a:gd name="connsiteX46" fmla="*/ 797865 w 12192000"/>
              <a:gd name="connsiteY46" fmla="*/ 4927397 h 5322895"/>
              <a:gd name="connsiteX47" fmla="*/ 579265 w 12192000"/>
              <a:gd name="connsiteY47" fmla="*/ 4895519 h 5322895"/>
              <a:gd name="connsiteX48" fmla="*/ 395052 w 12192000"/>
              <a:gd name="connsiteY48" fmla="*/ 4868896 h 5322895"/>
              <a:gd name="connsiteX49" fmla="*/ 240312 w 12192000"/>
              <a:gd name="connsiteY49" fmla="*/ 4843673 h 5322895"/>
              <a:gd name="connsiteX50" fmla="*/ 27853 w 12192000"/>
              <a:gd name="connsiteY50" fmla="*/ 4807592 h 5322895"/>
              <a:gd name="connsiteX51" fmla="*/ 0 w 12192000"/>
              <a:gd name="connsiteY51" fmla="*/ 4802879 h 5322895"/>
              <a:gd name="connsiteX52" fmla="*/ 0 w 12192000"/>
              <a:gd name="connsiteY52" fmla="*/ 3753332 h 5322895"/>
              <a:gd name="connsiteX53" fmla="*/ 0 w 12192000"/>
              <a:gd name="connsiteY53" fmla="*/ 3571886 h 5322895"/>
              <a:gd name="connsiteX54" fmla="*/ 0 w 12192000"/>
              <a:gd name="connsiteY54" fmla="*/ 471948 h 5322895"/>
              <a:gd name="connsiteX55" fmla="*/ 0 w 12192000"/>
              <a:gd name="connsiteY55" fmla="*/ 213719 h 5322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000" h="5322895">
                <a:moveTo>
                  <a:pt x="0" y="0"/>
                </a:moveTo>
                <a:lnTo>
                  <a:pt x="12192000" y="0"/>
                </a:lnTo>
                <a:lnTo>
                  <a:pt x="12192000" y="213719"/>
                </a:lnTo>
                <a:lnTo>
                  <a:pt x="12192000" y="471948"/>
                </a:lnTo>
                <a:lnTo>
                  <a:pt x="12192000" y="3571886"/>
                </a:lnTo>
                <a:lnTo>
                  <a:pt x="12192000" y="3753332"/>
                </a:lnTo>
                <a:lnTo>
                  <a:pt x="12192000" y="4806077"/>
                </a:lnTo>
                <a:lnTo>
                  <a:pt x="11957522" y="4849979"/>
                </a:lnTo>
                <a:lnTo>
                  <a:pt x="11679973" y="4899723"/>
                </a:lnTo>
                <a:lnTo>
                  <a:pt x="11401197" y="4948416"/>
                </a:lnTo>
                <a:lnTo>
                  <a:pt x="11121192" y="4990102"/>
                </a:lnTo>
                <a:lnTo>
                  <a:pt x="10842416" y="5032139"/>
                </a:lnTo>
                <a:lnTo>
                  <a:pt x="10562411" y="5071374"/>
                </a:lnTo>
                <a:lnTo>
                  <a:pt x="10286091" y="5105003"/>
                </a:lnTo>
                <a:lnTo>
                  <a:pt x="10006086" y="5136881"/>
                </a:lnTo>
                <a:lnTo>
                  <a:pt x="9727310" y="5165957"/>
                </a:lnTo>
                <a:lnTo>
                  <a:pt x="9453445" y="5191179"/>
                </a:lnTo>
                <a:lnTo>
                  <a:pt x="9175897" y="5216401"/>
                </a:lnTo>
                <a:lnTo>
                  <a:pt x="8902033" y="5237420"/>
                </a:lnTo>
                <a:lnTo>
                  <a:pt x="8628169" y="5253884"/>
                </a:lnTo>
                <a:lnTo>
                  <a:pt x="8355533" y="5271050"/>
                </a:lnTo>
                <a:lnTo>
                  <a:pt x="8085353" y="5285412"/>
                </a:lnTo>
                <a:lnTo>
                  <a:pt x="7817629" y="5295571"/>
                </a:lnTo>
                <a:lnTo>
                  <a:pt x="7549905" y="5304329"/>
                </a:lnTo>
                <a:lnTo>
                  <a:pt x="7284638" y="5312736"/>
                </a:lnTo>
                <a:lnTo>
                  <a:pt x="7023055" y="5316590"/>
                </a:lnTo>
                <a:lnTo>
                  <a:pt x="6761472" y="5320793"/>
                </a:lnTo>
                <a:lnTo>
                  <a:pt x="6503573" y="5322895"/>
                </a:lnTo>
                <a:lnTo>
                  <a:pt x="6248130" y="5320793"/>
                </a:lnTo>
                <a:lnTo>
                  <a:pt x="5995144" y="5320793"/>
                </a:lnTo>
                <a:lnTo>
                  <a:pt x="5744613" y="5316590"/>
                </a:lnTo>
                <a:lnTo>
                  <a:pt x="5498995" y="5310284"/>
                </a:lnTo>
                <a:lnTo>
                  <a:pt x="5255834" y="5304329"/>
                </a:lnTo>
                <a:lnTo>
                  <a:pt x="5017584" y="5297673"/>
                </a:lnTo>
                <a:lnTo>
                  <a:pt x="4780562" y="5287514"/>
                </a:lnTo>
                <a:lnTo>
                  <a:pt x="4547227" y="5276654"/>
                </a:lnTo>
                <a:lnTo>
                  <a:pt x="4318800" y="5266846"/>
                </a:lnTo>
                <a:lnTo>
                  <a:pt x="3873004" y="5239171"/>
                </a:lnTo>
                <a:lnTo>
                  <a:pt x="3445628" y="5209746"/>
                </a:lnTo>
                <a:lnTo>
                  <a:pt x="3035446" y="5178918"/>
                </a:lnTo>
                <a:lnTo>
                  <a:pt x="2647370" y="5144939"/>
                </a:lnTo>
                <a:lnTo>
                  <a:pt x="2276487" y="5109557"/>
                </a:lnTo>
                <a:lnTo>
                  <a:pt x="1932621" y="5071374"/>
                </a:lnTo>
                <a:lnTo>
                  <a:pt x="1609634" y="5033891"/>
                </a:lnTo>
                <a:lnTo>
                  <a:pt x="1312435" y="4996408"/>
                </a:lnTo>
                <a:lnTo>
                  <a:pt x="1039799" y="4961027"/>
                </a:lnTo>
                <a:lnTo>
                  <a:pt x="797865" y="4927397"/>
                </a:lnTo>
                <a:lnTo>
                  <a:pt x="579265" y="4895519"/>
                </a:lnTo>
                <a:lnTo>
                  <a:pt x="395052" y="4868896"/>
                </a:lnTo>
                <a:lnTo>
                  <a:pt x="240312" y="4843673"/>
                </a:lnTo>
                <a:lnTo>
                  <a:pt x="27853" y="4807592"/>
                </a:lnTo>
                <a:lnTo>
                  <a:pt x="0" y="4802879"/>
                </a:lnTo>
                <a:lnTo>
                  <a:pt x="0" y="3753332"/>
                </a:lnTo>
                <a:lnTo>
                  <a:pt x="0" y="3571886"/>
                </a:lnTo>
                <a:lnTo>
                  <a:pt x="0" y="471948"/>
                </a:lnTo>
                <a:lnTo>
                  <a:pt x="0" y="213719"/>
                </a:lnTo>
                <a:close/>
              </a:path>
            </a:pathLst>
          </a:custGeom>
          <a:ln w="444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2B44E02-2041-49BE-AF61-F91454DC3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549" r="62095"/>
          <a:stretch/>
        </p:blipFill>
        <p:spPr>
          <a:xfrm flipH="1">
            <a:off x="8948814" y="3265714"/>
            <a:ext cx="3243185" cy="1898718"/>
          </a:xfrm>
          <a:custGeom>
            <a:avLst/>
            <a:gdLst>
              <a:gd name="connsiteX0" fmla="*/ 220380 w 3243185"/>
              <a:gd name="connsiteY0" fmla="*/ 404386 h 1898718"/>
              <a:gd name="connsiteX1" fmla="*/ 278149 w 3243185"/>
              <a:gd name="connsiteY1" fmla="*/ 410805 h 1898718"/>
              <a:gd name="connsiteX2" fmla="*/ 297405 w 3243185"/>
              <a:gd name="connsiteY2" fmla="*/ 423642 h 1898718"/>
              <a:gd name="connsiteX3" fmla="*/ 316662 w 3243185"/>
              <a:gd name="connsiteY3" fmla="*/ 430061 h 1898718"/>
              <a:gd name="connsiteX4" fmla="*/ 355175 w 3243185"/>
              <a:gd name="connsiteY4" fmla="*/ 455737 h 1898718"/>
              <a:gd name="connsiteX5" fmla="*/ 406525 w 3243185"/>
              <a:gd name="connsiteY5" fmla="*/ 468574 h 1898718"/>
              <a:gd name="connsiteX6" fmla="*/ 425782 w 3243185"/>
              <a:gd name="connsiteY6" fmla="*/ 481412 h 1898718"/>
              <a:gd name="connsiteX7" fmla="*/ 445038 w 3243185"/>
              <a:gd name="connsiteY7" fmla="*/ 487831 h 1898718"/>
              <a:gd name="connsiteX8" fmla="*/ 483551 w 3243185"/>
              <a:gd name="connsiteY8" fmla="*/ 526344 h 1898718"/>
              <a:gd name="connsiteX9" fmla="*/ 483551 w 3243185"/>
              <a:gd name="connsiteY9" fmla="*/ 609788 h 1898718"/>
              <a:gd name="connsiteX10" fmla="*/ 445038 w 3243185"/>
              <a:gd name="connsiteY10" fmla="*/ 635464 h 1898718"/>
              <a:gd name="connsiteX11" fmla="*/ 246055 w 3243185"/>
              <a:gd name="connsiteY11" fmla="*/ 629045 h 1898718"/>
              <a:gd name="connsiteX12" fmla="*/ 233217 w 3243185"/>
              <a:gd name="connsiteY12" fmla="*/ 609788 h 1898718"/>
              <a:gd name="connsiteX13" fmla="*/ 213961 w 3243185"/>
              <a:gd name="connsiteY13" fmla="*/ 603370 h 1898718"/>
              <a:gd name="connsiteX14" fmla="*/ 188285 w 3243185"/>
              <a:gd name="connsiteY14" fmla="*/ 564857 h 1898718"/>
              <a:gd name="connsiteX15" fmla="*/ 175448 w 3243185"/>
              <a:gd name="connsiteY15" fmla="*/ 526344 h 1898718"/>
              <a:gd name="connsiteX16" fmla="*/ 220380 w 3243185"/>
              <a:gd name="connsiteY16" fmla="*/ 404386 h 1898718"/>
              <a:gd name="connsiteX17" fmla="*/ 3243185 w 3243185"/>
              <a:gd name="connsiteY17" fmla="*/ 0 h 1898718"/>
              <a:gd name="connsiteX18" fmla="*/ 2298567 w 3243185"/>
              <a:gd name="connsiteY18" fmla="*/ 0 h 1898718"/>
              <a:gd name="connsiteX19" fmla="*/ 2293659 w 3243185"/>
              <a:gd name="connsiteY19" fmla="*/ 51351 h 1898718"/>
              <a:gd name="connsiteX20" fmla="*/ 2274403 w 3243185"/>
              <a:gd name="connsiteY20" fmla="*/ 83445 h 1898718"/>
              <a:gd name="connsiteX21" fmla="*/ 2248728 w 3243185"/>
              <a:gd name="connsiteY21" fmla="*/ 121958 h 1898718"/>
              <a:gd name="connsiteX22" fmla="*/ 2203796 w 3243185"/>
              <a:gd name="connsiteY22" fmla="*/ 166890 h 1898718"/>
              <a:gd name="connsiteX23" fmla="*/ 2178121 w 3243185"/>
              <a:gd name="connsiteY23" fmla="*/ 173308 h 1898718"/>
              <a:gd name="connsiteX24" fmla="*/ 2126770 w 3243185"/>
              <a:gd name="connsiteY24" fmla="*/ 211821 h 1898718"/>
              <a:gd name="connsiteX25" fmla="*/ 2081838 w 3243185"/>
              <a:gd name="connsiteY25" fmla="*/ 237497 h 1898718"/>
              <a:gd name="connsiteX26" fmla="*/ 2043325 w 3243185"/>
              <a:gd name="connsiteY26" fmla="*/ 250334 h 1898718"/>
              <a:gd name="connsiteX27" fmla="*/ 1972718 w 3243185"/>
              <a:gd name="connsiteY27" fmla="*/ 288847 h 1898718"/>
              <a:gd name="connsiteX28" fmla="*/ 1940624 w 3243185"/>
              <a:gd name="connsiteY28" fmla="*/ 295266 h 1898718"/>
              <a:gd name="connsiteX29" fmla="*/ 1914949 w 3243185"/>
              <a:gd name="connsiteY29" fmla="*/ 308104 h 1898718"/>
              <a:gd name="connsiteX30" fmla="*/ 1895693 w 3243185"/>
              <a:gd name="connsiteY30" fmla="*/ 320941 h 1898718"/>
              <a:gd name="connsiteX31" fmla="*/ 1870017 w 3243185"/>
              <a:gd name="connsiteY31" fmla="*/ 327360 h 1898718"/>
              <a:gd name="connsiteX32" fmla="*/ 1831504 w 3243185"/>
              <a:gd name="connsiteY32" fmla="*/ 340198 h 1898718"/>
              <a:gd name="connsiteX33" fmla="*/ 1780154 w 3243185"/>
              <a:gd name="connsiteY33" fmla="*/ 353035 h 1898718"/>
              <a:gd name="connsiteX34" fmla="*/ 1760897 w 3243185"/>
              <a:gd name="connsiteY34" fmla="*/ 359454 h 1898718"/>
              <a:gd name="connsiteX35" fmla="*/ 1683871 w 3243185"/>
              <a:gd name="connsiteY35" fmla="*/ 397967 h 1898718"/>
              <a:gd name="connsiteX36" fmla="*/ 1632521 w 3243185"/>
              <a:gd name="connsiteY36" fmla="*/ 410805 h 1898718"/>
              <a:gd name="connsiteX37" fmla="*/ 1594008 w 3243185"/>
              <a:gd name="connsiteY37" fmla="*/ 423642 h 1898718"/>
              <a:gd name="connsiteX38" fmla="*/ 1568333 w 3243185"/>
              <a:gd name="connsiteY38" fmla="*/ 430061 h 1898718"/>
              <a:gd name="connsiteX39" fmla="*/ 1542657 w 3243185"/>
              <a:gd name="connsiteY39" fmla="*/ 442899 h 1898718"/>
              <a:gd name="connsiteX40" fmla="*/ 1516982 w 3243185"/>
              <a:gd name="connsiteY40" fmla="*/ 449318 h 1898718"/>
              <a:gd name="connsiteX41" fmla="*/ 1497725 w 3243185"/>
              <a:gd name="connsiteY41" fmla="*/ 455737 h 1898718"/>
              <a:gd name="connsiteX42" fmla="*/ 1452794 w 3243185"/>
              <a:gd name="connsiteY42" fmla="*/ 468574 h 1898718"/>
              <a:gd name="connsiteX43" fmla="*/ 1433537 w 3243185"/>
              <a:gd name="connsiteY43" fmla="*/ 481412 h 1898718"/>
              <a:gd name="connsiteX44" fmla="*/ 1369349 w 3243185"/>
              <a:gd name="connsiteY44" fmla="*/ 494250 h 1898718"/>
              <a:gd name="connsiteX45" fmla="*/ 1324417 w 3243185"/>
              <a:gd name="connsiteY45" fmla="*/ 519925 h 1898718"/>
              <a:gd name="connsiteX46" fmla="*/ 1285904 w 3243185"/>
              <a:gd name="connsiteY46" fmla="*/ 539181 h 1898718"/>
              <a:gd name="connsiteX47" fmla="*/ 1247391 w 3243185"/>
              <a:gd name="connsiteY47" fmla="*/ 545600 h 1898718"/>
              <a:gd name="connsiteX48" fmla="*/ 1176784 w 3243185"/>
              <a:gd name="connsiteY48" fmla="*/ 564857 h 1898718"/>
              <a:gd name="connsiteX49" fmla="*/ 907194 w 3243185"/>
              <a:gd name="connsiteY49" fmla="*/ 577694 h 1898718"/>
              <a:gd name="connsiteX50" fmla="*/ 881518 w 3243185"/>
              <a:gd name="connsiteY50" fmla="*/ 584113 h 1898718"/>
              <a:gd name="connsiteX51" fmla="*/ 656860 w 3243185"/>
              <a:gd name="connsiteY51" fmla="*/ 577694 h 1898718"/>
              <a:gd name="connsiteX52" fmla="*/ 637603 w 3243185"/>
              <a:gd name="connsiteY52" fmla="*/ 558438 h 1898718"/>
              <a:gd name="connsiteX53" fmla="*/ 618347 w 3243185"/>
              <a:gd name="connsiteY53" fmla="*/ 519925 h 1898718"/>
              <a:gd name="connsiteX54" fmla="*/ 599090 w 3243185"/>
              <a:gd name="connsiteY54" fmla="*/ 500668 h 1898718"/>
              <a:gd name="connsiteX55" fmla="*/ 566996 w 3243185"/>
              <a:gd name="connsiteY55" fmla="*/ 474993 h 1898718"/>
              <a:gd name="connsiteX56" fmla="*/ 560577 w 3243185"/>
              <a:gd name="connsiteY56" fmla="*/ 455737 h 1898718"/>
              <a:gd name="connsiteX57" fmla="*/ 522064 w 3243185"/>
              <a:gd name="connsiteY57" fmla="*/ 436480 h 1898718"/>
              <a:gd name="connsiteX58" fmla="*/ 502808 w 3243185"/>
              <a:gd name="connsiteY58" fmla="*/ 423642 h 1898718"/>
              <a:gd name="connsiteX59" fmla="*/ 464295 w 3243185"/>
              <a:gd name="connsiteY59" fmla="*/ 410805 h 1898718"/>
              <a:gd name="connsiteX60" fmla="*/ 445038 w 3243185"/>
              <a:gd name="connsiteY60" fmla="*/ 397967 h 1898718"/>
              <a:gd name="connsiteX61" fmla="*/ 374431 w 3243185"/>
              <a:gd name="connsiteY61" fmla="*/ 391548 h 1898718"/>
              <a:gd name="connsiteX62" fmla="*/ 329500 w 3243185"/>
              <a:gd name="connsiteY62" fmla="*/ 372292 h 1898718"/>
              <a:gd name="connsiteX63" fmla="*/ 310243 w 3243185"/>
              <a:gd name="connsiteY63" fmla="*/ 365873 h 1898718"/>
              <a:gd name="connsiteX64" fmla="*/ 271730 w 3243185"/>
              <a:gd name="connsiteY64" fmla="*/ 340198 h 1898718"/>
              <a:gd name="connsiteX65" fmla="*/ 239636 w 3243185"/>
              <a:gd name="connsiteY65" fmla="*/ 301685 h 1898718"/>
              <a:gd name="connsiteX66" fmla="*/ 201123 w 3243185"/>
              <a:gd name="connsiteY66" fmla="*/ 269591 h 1898718"/>
              <a:gd name="connsiteX67" fmla="*/ 149773 w 3243185"/>
              <a:gd name="connsiteY67" fmla="*/ 224659 h 1898718"/>
              <a:gd name="connsiteX68" fmla="*/ 111260 w 3243185"/>
              <a:gd name="connsiteY68" fmla="*/ 211821 h 1898718"/>
              <a:gd name="connsiteX69" fmla="*/ 92003 w 3243185"/>
              <a:gd name="connsiteY69" fmla="*/ 205402 h 1898718"/>
              <a:gd name="connsiteX70" fmla="*/ 72747 w 3243185"/>
              <a:gd name="connsiteY70" fmla="*/ 192565 h 1898718"/>
              <a:gd name="connsiteX71" fmla="*/ 34234 w 3243185"/>
              <a:gd name="connsiteY71" fmla="*/ 160471 h 1898718"/>
              <a:gd name="connsiteX72" fmla="*/ 8558 w 3243185"/>
              <a:gd name="connsiteY72" fmla="*/ 121958 h 1898718"/>
              <a:gd name="connsiteX73" fmla="*/ 11877 w 3243185"/>
              <a:gd name="connsiteY73" fmla="*/ 15345 h 1898718"/>
              <a:gd name="connsiteX74" fmla="*/ 16098 w 3243185"/>
              <a:gd name="connsiteY74" fmla="*/ 0 h 1898718"/>
              <a:gd name="connsiteX75" fmla="*/ 0 w 3243185"/>
              <a:gd name="connsiteY75" fmla="*/ 0 h 1898718"/>
              <a:gd name="connsiteX76" fmla="*/ 0 w 3243185"/>
              <a:gd name="connsiteY76" fmla="*/ 1540363 h 1898718"/>
              <a:gd name="connsiteX77" fmla="*/ 234477 w 3243185"/>
              <a:gd name="connsiteY77" fmla="*/ 1584265 h 1898718"/>
              <a:gd name="connsiteX78" fmla="*/ 512026 w 3243185"/>
              <a:gd name="connsiteY78" fmla="*/ 1634009 h 1898718"/>
              <a:gd name="connsiteX79" fmla="*/ 790802 w 3243185"/>
              <a:gd name="connsiteY79" fmla="*/ 1682702 h 1898718"/>
              <a:gd name="connsiteX80" fmla="*/ 1070807 w 3243185"/>
              <a:gd name="connsiteY80" fmla="*/ 1724388 h 1898718"/>
              <a:gd name="connsiteX81" fmla="*/ 1349583 w 3243185"/>
              <a:gd name="connsiteY81" fmla="*/ 1766425 h 1898718"/>
              <a:gd name="connsiteX82" fmla="*/ 1629588 w 3243185"/>
              <a:gd name="connsiteY82" fmla="*/ 1805660 h 1898718"/>
              <a:gd name="connsiteX83" fmla="*/ 1905908 w 3243185"/>
              <a:gd name="connsiteY83" fmla="*/ 1839289 h 1898718"/>
              <a:gd name="connsiteX84" fmla="*/ 2185913 w 3243185"/>
              <a:gd name="connsiteY84" fmla="*/ 1871167 h 1898718"/>
              <a:gd name="connsiteX85" fmla="*/ 2450068 w 3243185"/>
              <a:gd name="connsiteY85" fmla="*/ 1898718 h 1898718"/>
              <a:gd name="connsiteX86" fmla="*/ 3243185 w 3243185"/>
              <a:gd name="connsiteY86" fmla="*/ 1898718 h 1898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3243185" h="1898718">
                <a:moveTo>
                  <a:pt x="220380" y="404386"/>
                </a:moveTo>
                <a:cubicBezTo>
                  <a:pt x="239636" y="406526"/>
                  <a:pt x="259352" y="406106"/>
                  <a:pt x="278149" y="410805"/>
                </a:cubicBezTo>
                <a:cubicBezTo>
                  <a:pt x="285633" y="412676"/>
                  <a:pt x="290505" y="420192"/>
                  <a:pt x="297405" y="423642"/>
                </a:cubicBezTo>
                <a:cubicBezTo>
                  <a:pt x="303457" y="426669"/>
                  <a:pt x="310747" y="426775"/>
                  <a:pt x="316662" y="430061"/>
                </a:cubicBezTo>
                <a:cubicBezTo>
                  <a:pt x="330149" y="437554"/>
                  <a:pt x="340537" y="450857"/>
                  <a:pt x="355175" y="455737"/>
                </a:cubicBezTo>
                <a:cubicBezTo>
                  <a:pt x="384781" y="465606"/>
                  <a:pt x="367797" y="460829"/>
                  <a:pt x="406525" y="468574"/>
                </a:cubicBezTo>
                <a:cubicBezTo>
                  <a:pt x="412944" y="472853"/>
                  <a:pt x="418882" y="477962"/>
                  <a:pt x="425782" y="481412"/>
                </a:cubicBezTo>
                <a:cubicBezTo>
                  <a:pt x="431834" y="484438"/>
                  <a:pt x="439698" y="483676"/>
                  <a:pt x="445038" y="487831"/>
                </a:cubicBezTo>
                <a:cubicBezTo>
                  <a:pt x="459369" y="498977"/>
                  <a:pt x="483551" y="526344"/>
                  <a:pt x="483551" y="526344"/>
                </a:cubicBezTo>
                <a:cubicBezTo>
                  <a:pt x="493199" y="555288"/>
                  <a:pt x="501991" y="572910"/>
                  <a:pt x="483551" y="609788"/>
                </a:cubicBezTo>
                <a:cubicBezTo>
                  <a:pt x="476651" y="623588"/>
                  <a:pt x="445038" y="635464"/>
                  <a:pt x="445038" y="635464"/>
                </a:cubicBezTo>
                <a:cubicBezTo>
                  <a:pt x="378711" y="633324"/>
                  <a:pt x="311935" y="637030"/>
                  <a:pt x="246055" y="629045"/>
                </a:cubicBezTo>
                <a:cubicBezTo>
                  <a:pt x="238396" y="628117"/>
                  <a:pt x="239242" y="614607"/>
                  <a:pt x="233217" y="609788"/>
                </a:cubicBezTo>
                <a:cubicBezTo>
                  <a:pt x="227934" y="605562"/>
                  <a:pt x="220380" y="605509"/>
                  <a:pt x="213961" y="603370"/>
                </a:cubicBezTo>
                <a:cubicBezTo>
                  <a:pt x="205402" y="590532"/>
                  <a:pt x="193165" y="579494"/>
                  <a:pt x="188285" y="564857"/>
                </a:cubicBezTo>
                <a:lnTo>
                  <a:pt x="175448" y="526344"/>
                </a:lnTo>
                <a:cubicBezTo>
                  <a:pt x="182293" y="423657"/>
                  <a:pt x="212891" y="424712"/>
                  <a:pt x="220380" y="404386"/>
                </a:cubicBezTo>
                <a:close/>
                <a:moveTo>
                  <a:pt x="3243185" y="0"/>
                </a:moveTo>
                <a:lnTo>
                  <a:pt x="2298567" y="0"/>
                </a:lnTo>
                <a:lnTo>
                  <a:pt x="2293659" y="51351"/>
                </a:lnTo>
                <a:cubicBezTo>
                  <a:pt x="2291895" y="63701"/>
                  <a:pt x="2281101" y="72919"/>
                  <a:pt x="2274403" y="83445"/>
                </a:cubicBezTo>
                <a:cubicBezTo>
                  <a:pt x="2266120" y="96461"/>
                  <a:pt x="2257985" y="109614"/>
                  <a:pt x="2248728" y="121958"/>
                </a:cubicBezTo>
                <a:cubicBezTo>
                  <a:pt x="2233323" y="142498"/>
                  <a:pt x="2227760" y="154908"/>
                  <a:pt x="2203796" y="166890"/>
                </a:cubicBezTo>
                <a:cubicBezTo>
                  <a:pt x="2195906" y="170835"/>
                  <a:pt x="2186679" y="171169"/>
                  <a:pt x="2178121" y="173308"/>
                </a:cubicBezTo>
                <a:cubicBezTo>
                  <a:pt x="2148108" y="203321"/>
                  <a:pt x="2169307" y="185236"/>
                  <a:pt x="2126770" y="211821"/>
                </a:cubicBezTo>
                <a:cubicBezTo>
                  <a:pt x="2106184" y="224688"/>
                  <a:pt x="2106188" y="227757"/>
                  <a:pt x="2081838" y="237497"/>
                </a:cubicBezTo>
                <a:cubicBezTo>
                  <a:pt x="2069275" y="242522"/>
                  <a:pt x="2054585" y="242828"/>
                  <a:pt x="2043325" y="250334"/>
                </a:cubicBezTo>
                <a:cubicBezTo>
                  <a:pt x="2023241" y="263724"/>
                  <a:pt x="1993522" y="284687"/>
                  <a:pt x="1972718" y="288847"/>
                </a:cubicBezTo>
                <a:lnTo>
                  <a:pt x="1940624" y="295266"/>
                </a:lnTo>
                <a:cubicBezTo>
                  <a:pt x="1932066" y="299545"/>
                  <a:pt x="1923257" y="303356"/>
                  <a:pt x="1914949" y="308104"/>
                </a:cubicBezTo>
                <a:cubicBezTo>
                  <a:pt x="1908251" y="311931"/>
                  <a:pt x="1902783" y="317902"/>
                  <a:pt x="1895693" y="320941"/>
                </a:cubicBezTo>
                <a:cubicBezTo>
                  <a:pt x="1887584" y="324416"/>
                  <a:pt x="1878467" y="324825"/>
                  <a:pt x="1870017" y="327360"/>
                </a:cubicBezTo>
                <a:cubicBezTo>
                  <a:pt x="1857056" y="331248"/>
                  <a:pt x="1844633" y="336916"/>
                  <a:pt x="1831504" y="340198"/>
                </a:cubicBezTo>
                <a:cubicBezTo>
                  <a:pt x="1814387" y="344477"/>
                  <a:pt x="1796892" y="347456"/>
                  <a:pt x="1780154" y="353035"/>
                </a:cubicBezTo>
                <a:cubicBezTo>
                  <a:pt x="1773735" y="355175"/>
                  <a:pt x="1766812" y="356168"/>
                  <a:pt x="1760897" y="359454"/>
                </a:cubicBezTo>
                <a:cubicBezTo>
                  <a:pt x="1709553" y="387979"/>
                  <a:pt x="1738400" y="384335"/>
                  <a:pt x="1683871" y="397967"/>
                </a:cubicBezTo>
                <a:cubicBezTo>
                  <a:pt x="1666755" y="402246"/>
                  <a:pt x="1649259" y="405226"/>
                  <a:pt x="1632521" y="410805"/>
                </a:cubicBezTo>
                <a:cubicBezTo>
                  <a:pt x="1619683" y="415084"/>
                  <a:pt x="1607136" y="420361"/>
                  <a:pt x="1594008" y="423642"/>
                </a:cubicBezTo>
                <a:cubicBezTo>
                  <a:pt x="1585449" y="425782"/>
                  <a:pt x="1576593" y="426964"/>
                  <a:pt x="1568333" y="430061"/>
                </a:cubicBezTo>
                <a:cubicBezTo>
                  <a:pt x="1559373" y="433421"/>
                  <a:pt x="1551617" y="439539"/>
                  <a:pt x="1542657" y="442899"/>
                </a:cubicBezTo>
                <a:cubicBezTo>
                  <a:pt x="1534397" y="445997"/>
                  <a:pt x="1525465" y="446895"/>
                  <a:pt x="1516982" y="449318"/>
                </a:cubicBezTo>
                <a:cubicBezTo>
                  <a:pt x="1510476" y="451177"/>
                  <a:pt x="1504231" y="453878"/>
                  <a:pt x="1497725" y="455737"/>
                </a:cubicBezTo>
                <a:cubicBezTo>
                  <a:pt x="1488128" y="458478"/>
                  <a:pt x="1463054" y="463444"/>
                  <a:pt x="1452794" y="468574"/>
                </a:cubicBezTo>
                <a:cubicBezTo>
                  <a:pt x="1445893" y="472024"/>
                  <a:pt x="1440911" y="479143"/>
                  <a:pt x="1433537" y="481412"/>
                </a:cubicBezTo>
                <a:cubicBezTo>
                  <a:pt x="1412682" y="487829"/>
                  <a:pt x="1369349" y="494250"/>
                  <a:pt x="1369349" y="494250"/>
                </a:cubicBezTo>
                <a:cubicBezTo>
                  <a:pt x="1307265" y="540813"/>
                  <a:pt x="1373427" y="495420"/>
                  <a:pt x="1324417" y="519925"/>
                </a:cubicBezTo>
                <a:cubicBezTo>
                  <a:pt x="1296720" y="533774"/>
                  <a:pt x="1314945" y="532728"/>
                  <a:pt x="1285904" y="539181"/>
                </a:cubicBezTo>
                <a:cubicBezTo>
                  <a:pt x="1273199" y="542005"/>
                  <a:pt x="1260096" y="542777"/>
                  <a:pt x="1247391" y="545600"/>
                </a:cubicBezTo>
                <a:cubicBezTo>
                  <a:pt x="1214234" y="552969"/>
                  <a:pt x="1227302" y="562451"/>
                  <a:pt x="1176784" y="564857"/>
                </a:cubicBezTo>
                <a:lnTo>
                  <a:pt x="907194" y="577694"/>
                </a:lnTo>
                <a:cubicBezTo>
                  <a:pt x="898635" y="579834"/>
                  <a:pt x="890340" y="584113"/>
                  <a:pt x="881518" y="584113"/>
                </a:cubicBezTo>
                <a:cubicBezTo>
                  <a:pt x="806601" y="584113"/>
                  <a:pt x="731365" y="585537"/>
                  <a:pt x="656860" y="577694"/>
                </a:cubicBezTo>
                <a:cubicBezTo>
                  <a:pt x="647832" y="576744"/>
                  <a:pt x="643415" y="565411"/>
                  <a:pt x="637603" y="558438"/>
                </a:cubicBezTo>
                <a:cubicBezTo>
                  <a:pt x="587103" y="497837"/>
                  <a:pt x="656946" y="577823"/>
                  <a:pt x="618347" y="519925"/>
                </a:cubicBezTo>
                <a:cubicBezTo>
                  <a:pt x="613311" y="512372"/>
                  <a:pt x="604902" y="507642"/>
                  <a:pt x="599090" y="500668"/>
                </a:cubicBezTo>
                <a:cubicBezTo>
                  <a:pt x="576756" y="473868"/>
                  <a:pt x="598608" y="485530"/>
                  <a:pt x="566996" y="474993"/>
                </a:cubicBezTo>
                <a:cubicBezTo>
                  <a:pt x="564857" y="468574"/>
                  <a:pt x="564804" y="461020"/>
                  <a:pt x="560577" y="455737"/>
                </a:cubicBezTo>
                <a:cubicBezTo>
                  <a:pt x="548314" y="440407"/>
                  <a:pt x="537569" y="444232"/>
                  <a:pt x="522064" y="436480"/>
                </a:cubicBezTo>
                <a:cubicBezTo>
                  <a:pt x="515164" y="433030"/>
                  <a:pt x="509858" y="426775"/>
                  <a:pt x="502808" y="423642"/>
                </a:cubicBezTo>
                <a:cubicBezTo>
                  <a:pt x="490442" y="418147"/>
                  <a:pt x="475555" y="418311"/>
                  <a:pt x="464295" y="410805"/>
                </a:cubicBezTo>
                <a:cubicBezTo>
                  <a:pt x="457876" y="406526"/>
                  <a:pt x="452582" y="399584"/>
                  <a:pt x="445038" y="397967"/>
                </a:cubicBezTo>
                <a:cubicBezTo>
                  <a:pt x="421930" y="393015"/>
                  <a:pt x="397967" y="393688"/>
                  <a:pt x="374431" y="391548"/>
                </a:cubicBezTo>
                <a:cubicBezTo>
                  <a:pt x="320996" y="378189"/>
                  <a:pt x="373828" y="394456"/>
                  <a:pt x="329500" y="372292"/>
                </a:cubicBezTo>
                <a:cubicBezTo>
                  <a:pt x="323448" y="369266"/>
                  <a:pt x="316158" y="369159"/>
                  <a:pt x="310243" y="365873"/>
                </a:cubicBezTo>
                <a:cubicBezTo>
                  <a:pt x="296756" y="358380"/>
                  <a:pt x="271730" y="340198"/>
                  <a:pt x="271730" y="340198"/>
                </a:cubicBezTo>
                <a:cubicBezTo>
                  <a:pt x="259107" y="321264"/>
                  <a:pt x="258170" y="317130"/>
                  <a:pt x="239636" y="301685"/>
                </a:cubicBezTo>
                <a:cubicBezTo>
                  <a:pt x="212096" y="278735"/>
                  <a:pt x="226695" y="300277"/>
                  <a:pt x="201123" y="269591"/>
                </a:cubicBezTo>
                <a:cubicBezTo>
                  <a:pt x="180961" y="245397"/>
                  <a:pt x="192235" y="238813"/>
                  <a:pt x="149773" y="224659"/>
                </a:cubicBezTo>
                <a:lnTo>
                  <a:pt x="111260" y="211821"/>
                </a:lnTo>
                <a:cubicBezTo>
                  <a:pt x="104841" y="209682"/>
                  <a:pt x="97633" y="209156"/>
                  <a:pt x="92003" y="205402"/>
                </a:cubicBezTo>
                <a:cubicBezTo>
                  <a:pt x="85584" y="201123"/>
                  <a:pt x="78673" y="197503"/>
                  <a:pt x="72747" y="192565"/>
                </a:cubicBezTo>
                <a:cubicBezTo>
                  <a:pt x="23324" y="151379"/>
                  <a:pt x="82044" y="192344"/>
                  <a:pt x="34234" y="160471"/>
                </a:cubicBezTo>
                <a:cubicBezTo>
                  <a:pt x="25675" y="147633"/>
                  <a:pt x="7748" y="137365"/>
                  <a:pt x="8558" y="121958"/>
                </a:cubicBezTo>
                <a:cubicBezTo>
                  <a:pt x="10157" y="91584"/>
                  <a:pt x="6161" y="51646"/>
                  <a:pt x="11877" y="15345"/>
                </a:cubicBezTo>
                <a:lnTo>
                  <a:pt x="16098" y="0"/>
                </a:lnTo>
                <a:lnTo>
                  <a:pt x="0" y="0"/>
                </a:lnTo>
                <a:lnTo>
                  <a:pt x="0" y="1540363"/>
                </a:lnTo>
                <a:lnTo>
                  <a:pt x="234477" y="1584265"/>
                </a:lnTo>
                <a:lnTo>
                  <a:pt x="512026" y="1634009"/>
                </a:lnTo>
                <a:lnTo>
                  <a:pt x="790802" y="1682702"/>
                </a:lnTo>
                <a:lnTo>
                  <a:pt x="1070807" y="1724388"/>
                </a:lnTo>
                <a:lnTo>
                  <a:pt x="1349583" y="1766425"/>
                </a:lnTo>
                <a:lnTo>
                  <a:pt x="1629588" y="1805660"/>
                </a:lnTo>
                <a:lnTo>
                  <a:pt x="1905908" y="1839289"/>
                </a:lnTo>
                <a:lnTo>
                  <a:pt x="2185913" y="1871167"/>
                </a:lnTo>
                <a:lnTo>
                  <a:pt x="2450068" y="1898718"/>
                </a:lnTo>
                <a:lnTo>
                  <a:pt x="3243185" y="1898718"/>
                </a:lnTo>
                <a:close/>
              </a:path>
            </a:pathLst>
          </a:cu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8625290-97B7-41E9-9685-D438F86FC9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503"/>
          <a:stretch>
            <a:fillRect/>
          </a:stretch>
        </p:blipFill>
        <p:spPr>
          <a:xfrm>
            <a:off x="0" y="0"/>
            <a:ext cx="11611430" cy="5322895"/>
          </a:xfrm>
          <a:custGeom>
            <a:avLst/>
            <a:gdLst>
              <a:gd name="connsiteX0" fmla="*/ 0 w 11611430"/>
              <a:gd name="connsiteY0" fmla="*/ 0 h 5322895"/>
              <a:gd name="connsiteX1" fmla="*/ 11611430 w 11611430"/>
              <a:gd name="connsiteY1" fmla="*/ 0 h 5322895"/>
              <a:gd name="connsiteX2" fmla="*/ 11611430 w 11611430"/>
              <a:gd name="connsiteY2" fmla="*/ 4911695 h 5322895"/>
              <a:gd name="connsiteX3" fmla="*/ 11401197 w 11611430"/>
              <a:gd name="connsiteY3" fmla="*/ 4948416 h 5322895"/>
              <a:gd name="connsiteX4" fmla="*/ 11121192 w 11611430"/>
              <a:gd name="connsiteY4" fmla="*/ 4990102 h 5322895"/>
              <a:gd name="connsiteX5" fmla="*/ 10842416 w 11611430"/>
              <a:gd name="connsiteY5" fmla="*/ 5032139 h 5322895"/>
              <a:gd name="connsiteX6" fmla="*/ 10562411 w 11611430"/>
              <a:gd name="connsiteY6" fmla="*/ 5071374 h 5322895"/>
              <a:gd name="connsiteX7" fmla="*/ 10286091 w 11611430"/>
              <a:gd name="connsiteY7" fmla="*/ 5105003 h 5322895"/>
              <a:gd name="connsiteX8" fmla="*/ 10006086 w 11611430"/>
              <a:gd name="connsiteY8" fmla="*/ 5136881 h 5322895"/>
              <a:gd name="connsiteX9" fmla="*/ 9727310 w 11611430"/>
              <a:gd name="connsiteY9" fmla="*/ 5165957 h 5322895"/>
              <a:gd name="connsiteX10" fmla="*/ 9453445 w 11611430"/>
              <a:gd name="connsiteY10" fmla="*/ 5191179 h 5322895"/>
              <a:gd name="connsiteX11" fmla="*/ 9175897 w 11611430"/>
              <a:gd name="connsiteY11" fmla="*/ 5216401 h 5322895"/>
              <a:gd name="connsiteX12" fmla="*/ 8902033 w 11611430"/>
              <a:gd name="connsiteY12" fmla="*/ 5237420 h 5322895"/>
              <a:gd name="connsiteX13" fmla="*/ 8628169 w 11611430"/>
              <a:gd name="connsiteY13" fmla="*/ 5253884 h 5322895"/>
              <a:gd name="connsiteX14" fmla="*/ 8355533 w 11611430"/>
              <a:gd name="connsiteY14" fmla="*/ 5271050 h 5322895"/>
              <a:gd name="connsiteX15" fmla="*/ 8085353 w 11611430"/>
              <a:gd name="connsiteY15" fmla="*/ 5285412 h 5322895"/>
              <a:gd name="connsiteX16" fmla="*/ 7817629 w 11611430"/>
              <a:gd name="connsiteY16" fmla="*/ 5295571 h 5322895"/>
              <a:gd name="connsiteX17" fmla="*/ 7549905 w 11611430"/>
              <a:gd name="connsiteY17" fmla="*/ 5304329 h 5322895"/>
              <a:gd name="connsiteX18" fmla="*/ 7284638 w 11611430"/>
              <a:gd name="connsiteY18" fmla="*/ 5312736 h 5322895"/>
              <a:gd name="connsiteX19" fmla="*/ 7023055 w 11611430"/>
              <a:gd name="connsiteY19" fmla="*/ 5316590 h 5322895"/>
              <a:gd name="connsiteX20" fmla="*/ 6761472 w 11611430"/>
              <a:gd name="connsiteY20" fmla="*/ 5320793 h 5322895"/>
              <a:gd name="connsiteX21" fmla="*/ 6503573 w 11611430"/>
              <a:gd name="connsiteY21" fmla="*/ 5322895 h 5322895"/>
              <a:gd name="connsiteX22" fmla="*/ 6248130 w 11611430"/>
              <a:gd name="connsiteY22" fmla="*/ 5320793 h 5322895"/>
              <a:gd name="connsiteX23" fmla="*/ 5995144 w 11611430"/>
              <a:gd name="connsiteY23" fmla="*/ 5320793 h 5322895"/>
              <a:gd name="connsiteX24" fmla="*/ 5744613 w 11611430"/>
              <a:gd name="connsiteY24" fmla="*/ 5316590 h 5322895"/>
              <a:gd name="connsiteX25" fmla="*/ 5498995 w 11611430"/>
              <a:gd name="connsiteY25" fmla="*/ 5310284 h 5322895"/>
              <a:gd name="connsiteX26" fmla="*/ 5255834 w 11611430"/>
              <a:gd name="connsiteY26" fmla="*/ 5304329 h 5322895"/>
              <a:gd name="connsiteX27" fmla="*/ 5017584 w 11611430"/>
              <a:gd name="connsiteY27" fmla="*/ 5297673 h 5322895"/>
              <a:gd name="connsiteX28" fmla="*/ 4785514 w 11611430"/>
              <a:gd name="connsiteY28" fmla="*/ 5287726 h 5322895"/>
              <a:gd name="connsiteX29" fmla="*/ 4601441 w 11611430"/>
              <a:gd name="connsiteY29" fmla="*/ 4972173 h 5322895"/>
              <a:gd name="connsiteX30" fmla="*/ 4514210 w 11611430"/>
              <a:gd name="connsiteY30" fmla="*/ 4830422 h 5322895"/>
              <a:gd name="connsiteX31" fmla="*/ 4416075 w 11611430"/>
              <a:gd name="connsiteY31" fmla="*/ 4732288 h 5322895"/>
              <a:gd name="connsiteX32" fmla="*/ 4274324 w 11611430"/>
              <a:gd name="connsiteY32" fmla="*/ 4557826 h 5322895"/>
              <a:gd name="connsiteX33" fmla="*/ 4241613 w 11611430"/>
              <a:gd name="connsiteY33" fmla="*/ 4525113 h 5322895"/>
              <a:gd name="connsiteX34" fmla="*/ 4208901 w 11611430"/>
              <a:gd name="connsiteY34" fmla="*/ 4481499 h 5322895"/>
              <a:gd name="connsiteX35" fmla="*/ 4154382 w 11611430"/>
              <a:gd name="connsiteY35" fmla="*/ 4437883 h 5322895"/>
              <a:gd name="connsiteX36" fmla="*/ 4110766 w 11611430"/>
              <a:gd name="connsiteY36" fmla="*/ 4416075 h 5322895"/>
              <a:gd name="connsiteX37" fmla="*/ 4078054 w 11611430"/>
              <a:gd name="connsiteY37" fmla="*/ 4394267 h 5322895"/>
              <a:gd name="connsiteX38" fmla="*/ 4034439 w 11611430"/>
              <a:gd name="connsiteY38" fmla="*/ 4361556 h 5322895"/>
              <a:gd name="connsiteX39" fmla="*/ 3958111 w 11611430"/>
              <a:gd name="connsiteY39" fmla="*/ 4339747 h 5322895"/>
              <a:gd name="connsiteX40" fmla="*/ 3892688 w 11611430"/>
              <a:gd name="connsiteY40" fmla="*/ 4328844 h 5322895"/>
              <a:gd name="connsiteX41" fmla="*/ 3718226 w 11611430"/>
              <a:gd name="connsiteY41" fmla="*/ 4307036 h 5322895"/>
              <a:gd name="connsiteX42" fmla="*/ 3641899 w 11611430"/>
              <a:gd name="connsiteY42" fmla="*/ 4274324 h 5322895"/>
              <a:gd name="connsiteX43" fmla="*/ 3620091 w 11611430"/>
              <a:gd name="connsiteY43" fmla="*/ 4252517 h 5322895"/>
              <a:gd name="connsiteX44" fmla="*/ 3565572 w 11611430"/>
              <a:gd name="connsiteY44" fmla="*/ 4230709 h 5322895"/>
              <a:gd name="connsiteX45" fmla="*/ 3500148 w 11611430"/>
              <a:gd name="connsiteY45" fmla="*/ 4208901 h 5322895"/>
              <a:gd name="connsiteX46" fmla="*/ 3478341 w 11611430"/>
              <a:gd name="connsiteY46" fmla="*/ 4176190 h 5322895"/>
              <a:gd name="connsiteX47" fmla="*/ 3543764 w 11611430"/>
              <a:gd name="connsiteY47" fmla="*/ 4132574 h 5322895"/>
              <a:gd name="connsiteX48" fmla="*/ 3445629 w 11611430"/>
              <a:gd name="connsiteY48" fmla="*/ 4121670 h 5322895"/>
              <a:gd name="connsiteX49" fmla="*/ 3391109 w 11611430"/>
              <a:gd name="connsiteY49" fmla="*/ 4132574 h 5322895"/>
              <a:gd name="connsiteX50" fmla="*/ 3303878 w 11611430"/>
              <a:gd name="connsiteY50" fmla="*/ 4154381 h 5322895"/>
              <a:gd name="connsiteX51" fmla="*/ 3260263 w 11611430"/>
              <a:gd name="connsiteY51" fmla="*/ 4165285 h 5322895"/>
              <a:gd name="connsiteX52" fmla="*/ 3194839 w 11611430"/>
              <a:gd name="connsiteY52" fmla="*/ 4187093 h 5322895"/>
              <a:gd name="connsiteX53" fmla="*/ 3162128 w 11611430"/>
              <a:gd name="connsiteY53" fmla="*/ 4197997 h 5322895"/>
              <a:gd name="connsiteX54" fmla="*/ 3053089 w 11611430"/>
              <a:gd name="connsiteY54" fmla="*/ 4230709 h 5322895"/>
              <a:gd name="connsiteX55" fmla="*/ 2987666 w 11611430"/>
              <a:gd name="connsiteY55" fmla="*/ 4252517 h 5322895"/>
              <a:gd name="connsiteX56" fmla="*/ 2954954 w 11611430"/>
              <a:gd name="connsiteY56" fmla="*/ 4263420 h 5322895"/>
              <a:gd name="connsiteX57" fmla="*/ 2867723 w 11611430"/>
              <a:gd name="connsiteY57" fmla="*/ 4285228 h 5322895"/>
              <a:gd name="connsiteX58" fmla="*/ 2802300 w 11611430"/>
              <a:gd name="connsiteY58" fmla="*/ 4307036 h 5322895"/>
              <a:gd name="connsiteX59" fmla="*/ 2780492 w 11611430"/>
              <a:gd name="connsiteY59" fmla="*/ 4328844 h 5322895"/>
              <a:gd name="connsiteX60" fmla="*/ 2715069 w 11611430"/>
              <a:gd name="connsiteY60" fmla="*/ 4350652 h 5322895"/>
              <a:gd name="connsiteX61" fmla="*/ 2682357 w 11611430"/>
              <a:gd name="connsiteY61" fmla="*/ 4361556 h 5322895"/>
              <a:gd name="connsiteX62" fmla="*/ 2649646 w 11611430"/>
              <a:gd name="connsiteY62" fmla="*/ 4372459 h 5322895"/>
              <a:gd name="connsiteX63" fmla="*/ 2616933 w 11611430"/>
              <a:gd name="connsiteY63" fmla="*/ 4383363 h 5322895"/>
              <a:gd name="connsiteX64" fmla="*/ 2595126 w 11611430"/>
              <a:gd name="connsiteY64" fmla="*/ 4405171 h 5322895"/>
              <a:gd name="connsiteX65" fmla="*/ 2529703 w 11611430"/>
              <a:gd name="connsiteY65" fmla="*/ 4437883 h 5322895"/>
              <a:gd name="connsiteX66" fmla="*/ 2486087 w 11611430"/>
              <a:gd name="connsiteY66" fmla="*/ 4481499 h 5322895"/>
              <a:gd name="connsiteX67" fmla="*/ 2453375 w 11611430"/>
              <a:gd name="connsiteY67" fmla="*/ 4514210 h 5322895"/>
              <a:gd name="connsiteX68" fmla="*/ 2420664 w 11611430"/>
              <a:gd name="connsiteY68" fmla="*/ 4536017 h 5322895"/>
              <a:gd name="connsiteX69" fmla="*/ 2398856 w 11611430"/>
              <a:gd name="connsiteY69" fmla="*/ 4568729 h 5322895"/>
              <a:gd name="connsiteX70" fmla="*/ 2377048 w 11611430"/>
              <a:gd name="connsiteY70" fmla="*/ 4590537 h 5322895"/>
              <a:gd name="connsiteX71" fmla="*/ 2366144 w 11611430"/>
              <a:gd name="connsiteY71" fmla="*/ 4623249 h 5322895"/>
              <a:gd name="connsiteX72" fmla="*/ 2344336 w 11611430"/>
              <a:gd name="connsiteY72" fmla="*/ 4666865 h 5322895"/>
              <a:gd name="connsiteX73" fmla="*/ 2322528 w 11611430"/>
              <a:gd name="connsiteY73" fmla="*/ 4732288 h 5322895"/>
              <a:gd name="connsiteX74" fmla="*/ 2300721 w 11611430"/>
              <a:gd name="connsiteY74" fmla="*/ 4764999 h 5322895"/>
              <a:gd name="connsiteX75" fmla="*/ 2268010 w 11611430"/>
              <a:gd name="connsiteY75" fmla="*/ 4852231 h 5322895"/>
              <a:gd name="connsiteX76" fmla="*/ 2235297 w 11611430"/>
              <a:gd name="connsiteY76" fmla="*/ 4993981 h 5322895"/>
              <a:gd name="connsiteX77" fmla="*/ 2230567 w 11611430"/>
              <a:gd name="connsiteY77" fmla="*/ 5079209 h 5322895"/>
              <a:gd name="connsiteX78" fmla="*/ 2229538 w 11611430"/>
              <a:gd name="connsiteY78" fmla="*/ 5104344 h 5322895"/>
              <a:gd name="connsiteX79" fmla="*/ 1932621 w 11611430"/>
              <a:gd name="connsiteY79" fmla="*/ 5071374 h 5322895"/>
              <a:gd name="connsiteX80" fmla="*/ 1609634 w 11611430"/>
              <a:gd name="connsiteY80" fmla="*/ 5033891 h 5322895"/>
              <a:gd name="connsiteX81" fmla="*/ 1312435 w 11611430"/>
              <a:gd name="connsiteY81" fmla="*/ 4996408 h 5322895"/>
              <a:gd name="connsiteX82" fmla="*/ 1039799 w 11611430"/>
              <a:gd name="connsiteY82" fmla="*/ 4961027 h 5322895"/>
              <a:gd name="connsiteX83" fmla="*/ 797865 w 11611430"/>
              <a:gd name="connsiteY83" fmla="*/ 4927397 h 5322895"/>
              <a:gd name="connsiteX84" fmla="*/ 579265 w 11611430"/>
              <a:gd name="connsiteY84" fmla="*/ 4895519 h 5322895"/>
              <a:gd name="connsiteX85" fmla="*/ 395052 w 11611430"/>
              <a:gd name="connsiteY85" fmla="*/ 4868896 h 5322895"/>
              <a:gd name="connsiteX86" fmla="*/ 240312 w 11611430"/>
              <a:gd name="connsiteY86" fmla="*/ 4843673 h 5322895"/>
              <a:gd name="connsiteX87" fmla="*/ 27853 w 11611430"/>
              <a:gd name="connsiteY87" fmla="*/ 4807592 h 5322895"/>
              <a:gd name="connsiteX88" fmla="*/ 0 w 11611430"/>
              <a:gd name="connsiteY88" fmla="*/ 4802879 h 5322895"/>
              <a:gd name="connsiteX89" fmla="*/ 0 w 11611430"/>
              <a:gd name="connsiteY89" fmla="*/ 3753332 h 5322895"/>
              <a:gd name="connsiteX90" fmla="*/ 0 w 11611430"/>
              <a:gd name="connsiteY90" fmla="*/ 3571886 h 5322895"/>
              <a:gd name="connsiteX91" fmla="*/ 0 w 11611430"/>
              <a:gd name="connsiteY91" fmla="*/ 471948 h 5322895"/>
              <a:gd name="connsiteX92" fmla="*/ 0 w 11611430"/>
              <a:gd name="connsiteY92" fmla="*/ 213719 h 5322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11611430" h="5322895">
                <a:moveTo>
                  <a:pt x="0" y="0"/>
                </a:moveTo>
                <a:lnTo>
                  <a:pt x="11611430" y="0"/>
                </a:lnTo>
                <a:lnTo>
                  <a:pt x="11611430" y="4911695"/>
                </a:lnTo>
                <a:lnTo>
                  <a:pt x="11401197" y="4948416"/>
                </a:lnTo>
                <a:lnTo>
                  <a:pt x="11121192" y="4990102"/>
                </a:lnTo>
                <a:lnTo>
                  <a:pt x="10842416" y="5032139"/>
                </a:lnTo>
                <a:lnTo>
                  <a:pt x="10562411" y="5071374"/>
                </a:lnTo>
                <a:lnTo>
                  <a:pt x="10286091" y="5105003"/>
                </a:lnTo>
                <a:lnTo>
                  <a:pt x="10006086" y="5136881"/>
                </a:lnTo>
                <a:lnTo>
                  <a:pt x="9727310" y="5165957"/>
                </a:lnTo>
                <a:lnTo>
                  <a:pt x="9453445" y="5191179"/>
                </a:lnTo>
                <a:lnTo>
                  <a:pt x="9175897" y="5216401"/>
                </a:lnTo>
                <a:lnTo>
                  <a:pt x="8902033" y="5237420"/>
                </a:lnTo>
                <a:lnTo>
                  <a:pt x="8628169" y="5253884"/>
                </a:lnTo>
                <a:lnTo>
                  <a:pt x="8355533" y="5271050"/>
                </a:lnTo>
                <a:lnTo>
                  <a:pt x="8085353" y="5285412"/>
                </a:lnTo>
                <a:lnTo>
                  <a:pt x="7817629" y="5295571"/>
                </a:lnTo>
                <a:lnTo>
                  <a:pt x="7549905" y="5304329"/>
                </a:lnTo>
                <a:lnTo>
                  <a:pt x="7284638" y="5312736"/>
                </a:lnTo>
                <a:lnTo>
                  <a:pt x="7023055" y="5316590"/>
                </a:lnTo>
                <a:lnTo>
                  <a:pt x="6761472" y="5320793"/>
                </a:lnTo>
                <a:lnTo>
                  <a:pt x="6503573" y="5322895"/>
                </a:lnTo>
                <a:lnTo>
                  <a:pt x="6248130" y="5320793"/>
                </a:lnTo>
                <a:lnTo>
                  <a:pt x="5995144" y="5320793"/>
                </a:lnTo>
                <a:lnTo>
                  <a:pt x="5744613" y="5316590"/>
                </a:lnTo>
                <a:lnTo>
                  <a:pt x="5498995" y="5310284"/>
                </a:lnTo>
                <a:lnTo>
                  <a:pt x="5255834" y="5304329"/>
                </a:lnTo>
                <a:lnTo>
                  <a:pt x="5017584" y="5297673"/>
                </a:lnTo>
                <a:lnTo>
                  <a:pt x="4785514" y="5287726"/>
                </a:lnTo>
                <a:lnTo>
                  <a:pt x="4601441" y="4972173"/>
                </a:lnTo>
                <a:cubicBezTo>
                  <a:pt x="4573183" y="4924429"/>
                  <a:pt x="4553441" y="4869653"/>
                  <a:pt x="4514210" y="4830422"/>
                </a:cubicBezTo>
                <a:cubicBezTo>
                  <a:pt x="4481500" y="4797711"/>
                  <a:pt x="4446637" y="4767016"/>
                  <a:pt x="4416075" y="4732288"/>
                </a:cubicBezTo>
                <a:cubicBezTo>
                  <a:pt x="4366574" y="4676037"/>
                  <a:pt x="4327307" y="4610810"/>
                  <a:pt x="4274324" y="4557826"/>
                </a:cubicBezTo>
                <a:cubicBezTo>
                  <a:pt x="4263420" y="4546922"/>
                  <a:pt x="4251649" y="4536822"/>
                  <a:pt x="4241613" y="4525113"/>
                </a:cubicBezTo>
                <a:cubicBezTo>
                  <a:pt x="4229786" y="4511315"/>
                  <a:pt x="4220536" y="4495459"/>
                  <a:pt x="4208901" y="4481499"/>
                </a:cubicBezTo>
                <a:cubicBezTo>
                  <a:pt x="4192618" y="4461959"/>
                  <a:pt x="4176792" y="4450689"/>
                  <a:pt x="4154382" y="4437883"/>
                </a:cubicBezTo>
                <a:cubicBezTo>
                  <a:pt x="4140269" y="4429818"/>
                  <a:pt x="4124878" y="4424139"/>
                  <a:pt x="4110766" y="4416075"/>
                </a:cubicBezTo>
                <a:cubicBezTo>
                  <a:pt x="4099388" y="4409573"/>
                  <a:pt x="4088718" y="4401884"/>
                  <a:pt x="4078054" y="4394267"/>
                </a:cubicBezTo>
                <a:cubicBezTo>
                  <a:pt x="4063266" y="4383705"/>
                  <a:pt x="4050217" y="4370572"/>
                  <a:pt x="4034439" y="4361556"/>
                </a:cubicBezTo>
                <a:cubicBezTo>
                  <a:pt x="4023246" y="4355160"/>
                  <a:pt x="3966283" y="4341382"/>
                  <a:pt x="3958111" y="4339747"/>
                </a:cubicBezTo>
                <a:cubicBezTo>
                  <a:pt x="3936432" y="4335411"/>
                  <a:pt x="3914626" y="4331587"/>
                  <a:pt x="3892688" y="4328844"/>
                </a:cubicBezTo>
                <a:cubicBezTo>
                  <a:pt x="3823740" y="4320226"/>
                  <a:pt x="3782100" y="4321230"/>
                  <a:pt x="3718226" y="4307036"/>
                </a:cubicBezTo>
                <a:cubicBezTo>
                  <a:pt x="3696418" y="4302190"/>
                  <a:pt x="3658568" y="4285437"/>
                  <a:pt x="3641899" y="4274324"/>
                </a:cubicBezTo>
                <a:cubicBezTo>
                  <a:pt x="3633345" y="4268622"/>
                  <a:pt x="3629017" y="4257617"/>
                  <a:pt x="3620091" y="4252517"/>
                </a:cubicBezTo>
                <a:cubicBezTo>
                  <a:pt x="3603097" y="4242806"/>
                  <a:pt x="3583967" y="4237398"/>
                  <a:pt x="3565572" y="4230709"/>
                </a:cubicBezTo>
                <a:cubicBezTo>
                  <a:pt x="3543968" y="4222853"/>
                  <a:pt x="3500148" y="4208901"/>
                  <a:pt x="3500148" y="4208901"/>
                </a:cubicBezTo>
                <a:cubicBezTo>
                  <a:pt x="3475771" y="4184523"/>
                  <a:pt x="3478341" y="4197373"/>
                  <a:pt x="3478341" y="4176190"/>
                </a:cubicBezTo>
                <a:lnTo>
                  <a:pt x="3543764" y="4132574"/>
                </a:lnTo>
                <a:cubicBezTo>
                  <a:pt x="3511052" y="4128939"/>
                  <a:pt x="3478542" y="4121670"/>
                  <a:pt x="3445629" y="4121670"/>
                </a:cubicBezTo>
                <a:cubicBezTo>
                  <a:pt x="3427096" y="4121670"/>
                  <a:pt x="3409168" y="4128407"/>
                  <a:pt x="3391109" y="4132574"/>
                </a:cubicBezTo>
                <a:cubicBezTo>
                  <a:pt x="3361904" y="4139313"/>
                  <a:pt x="3332955" y="4147112"/>
                  <a:pt x="3303878" y="4154381"/>
                </a:cubicBezTo>
                <a:cubicBezTo>
                  <a:pt x="3289340" y="4158016"/>
                  <a:pt x="3274480" y="4160547"/>
                  <a:pt x="3260263" y="4165285"/>
                </a:cubicBezTo>
                <a:lnTo>
                  <a:pt x="3194839" y="4187093"/>
                </a:lnTo>
                <a:cubicBezTo>
                  <a:pt x="3183935" y="4190728"/>
                  <a:pt x="3173278" y="4195209"/>
                  <a:pt x="3162128" y="4197997"/>
                </a:cubicBezTo>
                <a:cubicBezTo>
                  <a:pt x="3096214" y="4214476"/>
                  <a:pt x="3132724" y="4204163"/>
                  <a:pt x="3053089" y="4230709"/>
                </a:cubicBezTo>
                <a:lnTo>
                  <a:pt x="2987666" y="4252517"/>
                </a:lnTo>
                <a:cubicBezTo>
                  <a:pt x="2976762" y="4256151"/>
                  <a:pt x="2966105" y="4260632"/>
                  <a:pt x="2954954" y="4263420"/>
                </a:cubicBezTo>
                <a:cubicBezTo>
                  <a:pt x="2925877" y="4270689"/>
                  <a:pt x="2896157" y="4275751"/>
                  <a:pt x="2867723" y="4285228"/>
                </a:cubicBezTo>
                <a:lnTo>
                  <a:pt x="2802300" y="4307036"/>
                </a:lnTo>
                <a:cubicBezTo>
                  <a:pt x="2795031" y="4314305"/>
                  <a:pt x="2789687" y="4324247"/>
                  <a:pt x="2780492" y="4328844"/>
                </a:cubicBezTo>
                <a:cubicBezTo>
                  <a:pt x="2759931" y="4339124"/>
                  <a:pt x="2736876" y="4343382"/>
                  <a:pt x="2715069" y="4350652"/>
                </a:cubicBezTo>
                <a:lnTo>
                  <a:pt x="2682357" y="4361556"/>
                </a:lnTo>
                <a:lnTo>
                  <a:pt x="2649646" y="4372459"/>
                </a:lnTo>
                <a:lnTo>
                  <a:pt x="2616933" y="4383363"/>
                </a:lnTo>
                <a:cubicBezTo>
                  <a:pt x="2609664" y="4390632"/>
                  <a:pt x="2603941" y="4399883"/>
                  <a:pt x="2595126" y="4405171"/>
                </a:cubicBezTo>
                <a:cubicBezTo>
                  <a:pt x="2530624" y="4443872"/>
                  <a:pt x="2594048" y="4382729"/>
                  <a:pt x="2529703" y="4437883"/>
                </a:cubicBezTo>
                <a:cubicBezTo>
                  <a:pt x="2514092" y="4451263"/>
                  <a:pt x="2500625" y="4466960"/>
                  <a:pt x="2486087" y="4481499"/>
                </a:cubicBezTo>
                <a:cubicBezTo>
                  <a:pt x="2475183" y="4492403"/>
                  <a:pt x="2466206" y="4505657"/>
                  <a:pt x="2453375" y="4514210"/>
                </a:cubicBezTo>
                <a:lnTo>
                  <a:pt x="2420664" y="4536017"/>
                </a:lnTo>
                <a:cubicBezTo>
                  <a:pt x="2413395" y="4546922"/>
                  <a:pt x="2407042" y="4558496"/>
                  <a:pt x="2398856" y="4568729"/>
                </a:cubicBezTo>
                <a:cubicBezTo>
                  <a:pt x="2392434" y="4576756"/>
                  <a:pt x="2382337" y="4581722"/>
                  <a:pt x="2377048" y="4590537"/>
                </a:cubicBezTo>
                <a:cubicBezTo>
                  <a:pt x="2371134" y="4600393"/>
                  <a:pt x="2370672" y="4612684"/>
                  <a:pt x="2366144" y="4623249"/>
                </a:cubicBezTo>
                <a:cubicBezTo>
                  <a:pt x="2359741" y="4638189"/>
                  <a:pt x="2350374" y="4651772"/>
                  <a:pt x="2344336" y="4666865"/>
                </a:cubicBezTo>
                <a:cubicBezTo>
                  <a:pt x="2335799" y="4688208"/>
                  <a:pt x="2335280" y="4713161"/>
                  <a:pt x="2322528" y="4732288"/>
                </a:cubicBezTo>
                <a:cubicBezTo>
                  <a:pt x="2315259" y="4743192"/>
                  <a:pt x="2306582" y="4753278"/>
                  <a:pt x="2300721" y="4764999"/>
                </a:cubicBezTo>
                <a:cubicBezTo>
                  <a:pt x="2296862" y="4772717"/>
                  <a:pt x="2272055" y="4834699"/>
                  <a:pt x="2268010" y="4852231"/>
                </a:cubicBezTo>
                <a:cubicBezTo>
                  <a:pt x="2231919" y="5008621"/>
                  <a:pt x="2261653" y="4914917"/>
                  <a:pt x="2235297" y="4993981"/>
                </a:cubicBezTo>
                <a:cubicBezTo>
                  <a:pt x="2233101" y="5029118"/>
                  <a:pt x="2231590" y="5057039"/>
                  <a:pt x="2230567" y="5079209"/>
                </a:cubicBezTo>
                <a:lnTo>
                  <a:pt x="2229538" y="5104344"/>
                </a:lnTo>
                <a:lnTo>
                  <a:pt x="1932621" y="5071374"/>
                </a:lnTo>
                <a:lnTo>
                  <a:pt x="1609634" y="5033891"/>
                </a:lnTo>
                <a:lnTo>
                  <a:pt x="1312435" y="4996408"/>
                </a:lnTo>
                <a:lnTo>
                  <a:pt x="1039799" y="4961027"/>
                </a:lnTo>
                <a:lnTo>
                  <a:pt x="797865" y="4927397"/>
                </a:lnTo>
                <a:lnTo>
                  <a:pt x="579265" y="4895519"/>
                </a:lnTo>
                <a:lnTo>
                  <a:pt x="395052" y="4868896"/>
                </a:lnTo>
                <a:lnTo>
                  <a:pt x="240312" y="4843673"/>
                </a:lnTo>
                <a:lnTo>
                  <a:pt x="27853" y="4807592"/>
                </a:lnTo>
                <a:lnTo>
                  <a:pt x="0" y="4802879"/>
                </a:lnTo>
                <a:lnTo>
                  <a:pt x="0" y="3753332"/>
                </a:lnTo>
                <a:lnTo>
                  <a:pt x="0" y="3571886"/>
                </a:lnTo>
                <a:lnTo>
                  <a:pt x="0" y="471948"/>
                </a:lnTo>
                <a:lnTo>
                  <a:pt x="0" y="213719"/>
                </a:lnTo>
                <a:close/>
              </a:path>
            </a:pathLst>
          </a:custGeom>
        </p:spPr>
      </p:pic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871209" y="792337"/>
            <a:ext cx="8449582" cy="2421464"/>
          </a:xfrm>
        </p:spPr>
        <p:txBody>
          <a:bodyPr>
            <a:normAutofit/>
          </a:bodyPr>
          <a:lstStyle/>
          <a:p>
            <a:pPr algn="ctr"/>
            <a:r>
              <a:rPr lang="pl-PL">
                <a:ea typeface="+mj-lt"/>
                <a:cs typeface="+mj-lt"/>
              </a:rPr>
              <a:t>Project-C-</a:t>
            </a:r>
            <a:r>
              <a:rPr lang="pl-PL" err="1">
                <a:ea typeface="+mj-lt"/>
                <a:cs typeface="+mj-lt"/>
              </a:rPr>
              <a:t>Batterij</a:t>
            </a:r>
            <a:r>
              <a:rPr lang="pl-PL">
                <a:ea typeface="+mj-lt"/>
                <a:cs typeface="+mj-lt"/>
              </a:rPr>
              <a:t>-</a:t>
            </a:r>
            <a:r>
              <a:rPr lang="pl-PL" err="1">
                <a:ea typeface="+mj-lt"/>
                <a:cs typeface="+mj-lt"/>
              </a:rPr>
              <a:t>testsysteem</a:t>
            </a:r>
            <a:br>
              <a:rPr lang="pl-PL">
                <a:ea typeface="+mj-lt"/>
                <a:cs typeface="+mj-lt"/>
              </a:rPr>
            </a:br>
            <a:r>
              <a:rPr lang="pl-PL">
                <a:latin typeface="Calibri Light"/>
                <a:ea typeface="Calibri Light"/>
                <a:cs typeface="Calibri Light"/>
              </a:rPr>
              <a:t>Sprint</a:t>
            </a:r>
            <a:r>
              <a:rPr lang="pl-PL">
                <a:ea typeface="Calibri Light"/>
                <a:cs typeface="Calibri Light"/>
              </a:rPr>
              <a:t> 1</a:t>
            </a:r>
            <a:endParaRPr lang="en-US">
              <a:ea typeface="Calibri Light"/>
              <a:cs typeface="Calibri Light"/>
            </a:endParaRP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2131377" y="4216354"/>
            <a:ext cx="7936866" cy="1626447"/>
          </a:xfrm>
        </p:spPr>
        <p:txBody>
          <a:bodyPr>
            <a:normAutofit/>
          </a:bodyPr>
          <a:lstStyle/>
          <a:p>
            <a:pPr algn="ctr"/>
            <a:r>
              <a:rPr lang="pl-PL">
                <a:ea typeface="Calibri"/>
                <a:cs typeface="Calibri"/>
              </a:rPr>
              <a:t>Adam Grunwald,</a:t>
            </a:r>
            <a:r>
              <a:rPr lang="pl-PL">
                <a:ea typeface="+mn-lt"/>
                <a:cs typeface="+mn-lt"/>
              </a:rPr>
              <a:t> </a:t>
            </a:r>
            <a:r>
              <a:rPr lang="pl-PL" err="1">
                <a:ea typeface="+mn-lt"/>
                <a:cs typeface="+mn-lt"/>
              </a:rPr>
              <a:t>Abhaypartap</a:t>
            </a:r>
            <a:r>
              <a:rPr lang="pl-PL">
                <a:ea typeface="+mn-lt"/>
                <a:cs typeface="+mn-lt"/>
              </a:rPr>
              <a:t> Singh </a:t>
            </a:r>
            <a:r>
              <a:rPr lang="pl-PL" err="1">
                <a:ea typeface="+mn-lt"/>
                <a:cs typeface="+mn-lt"/>
              </a:rPr>
              <a:t>Gill</a:t>
            </a:r>
            <a:r>
              <a:rPr lang="pl-PL">
                <a:ea typeface="+mn-lt"/>
                <a:cs typeface="+mn-lt"/>
              </a:rPr>
              <a:t>, RIO </a:t>
            </a:r>
            <a:r>
              <a:rPr lang="pl-PL" err="1">
                <a:ea typeface="+mn-lt"/>
                <a:cs typeface="+mn-lt"/>
              </a:rPr>
              <a:t>BALak</a:t>
            </a:r>
            <a:r>
              <a:rPr lang="pl-PL">
                <a:ea typeface="+mn-lt"/>
                <a:cs typeface="+mn-lt"/>
              </a:rPr>
              <a:t>, </a:t>
            </a:r>
            <a:r>
              <a:rPr lang="pl-PL" err="1">
                <a:ea typeface="+mn-lt"/>
                <a:cs typeface="+mn-lt"/>
              </a:rPr>
              <a:t>Jelle</a:t>
            </a:r>
            <a:r>
              <a:rPr lang="pl-PL">
                <a:ea typeface="+mn-lt"/>
                <a:cs typeface="+mn-lt"/>
              </a:rPr>
              <a:t> van </a:t>
            </a:r>
            <a:r>
              <a:rPr lang="pl-PL" err="1">
                <a:ea typeface="+mn-lt"/>
                <a:cs typeface="+mn-lt"/>
              </a:rPr>
              <a:t>Gladbach</a:t>
            </a:r>
            <a:r>
              <a:rPr lang="pl-PL">
                <a:ea typeface="+mn-lt"/>
                <a:cs typeface="+mn-lt"/>
              </a:rPr>
              <a:t>, </a:t>
            </a:r>
            <a:r>
              <a:rPr lang="pl-PL" err="1">
                <a:ea typeface="+mn-lt"/>
                <a:cs typeface="+mn-lt"/>
              </a:rPr>
              <a:t>fatih</a:t>
            </a:r>
            <a:r>
              <a:rPr lang="pl-PL">
                <a:ea typeface="+mn-lt"/>
                <a:cs typeface="+mn-lt"/>
              </a:rPr>
              <a:t> </a:t>
            </a:r>
            <a:r>
              <a:rPr lang="pl-PL" err="1">
                <a:latin typeface="Calibri"/>
                <a:ea typeface="+mn-lt"/>
                <a:cs typeface="Calibri"/>
              </a:rPr>
              <a:t>karagoz</a:t>
            </a:r>
            <a:endParaRPr lang="pl-PL" err="1">
              <a:highlight>
                <a:srgbClr val="2D2C2C"/>
              </a:highlight>
              <a:latin typeface="Calibri"/>
              <a:ea typeface="+mn-lt"/>
              <a:cs typeface="Calibri"/>
            </a:endParaRPr>
          </a:p>
          <a:p>
            <a:pPr algn="ctr"/>
            <a:endParaRPr lang="pl-PL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5031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A2916-F13B-3D75-5A96-C3E260169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ea typeface="Calibri Light"/>
                <a:cs typeface="Calibri Light"/>
              </a:rPr>
              <a:t>Inhoudsopgave</a:t>
            </a:r>
            <a:endParaRPr lang="en-US" err="1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DB221B8-F3EE-9EAE-93E4-A732CBD972D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5801" y="2142067"/>
          <a:ext cx="10131425" cy="3649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936136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D4985-651C-92F0-2A6C-1DAB90C38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7255" y="1030288"/>
            <a:ext cx="4099947" cy="10355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300"/>
              <a:t>WAT HEBBEN WE DE AFGELOPEN WEEK ONDERZOCHT?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109D3D-D497-20F6-0E22-FCFE6E7DE2E4}"/>
              </a:ext>
            </a:extLst>
          </p:cNvPr>
          <p:cNvSpPr txBox="1"/>
          <p:nvPr/>
        </p:nvSpPr>
        <p:spPr>
          <a:xfrm>
            <a:off x="1327255" y="2142067"/>
            <a:ext cx="4099947" cy="364913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defTabSz="457200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/>
              <a:t> - Machine Learning</a:t>
            </a:r>
          </a:p>
          <a:p>
            <a:pPr defTabSz="457200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/>
              <a:t> - Virtual environment</a:t>
            </a:r>
          </a:p>
          <a:p>
            <a:pPr defTabSz="457200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</a:pPr>
            <a:endParaRPr lang="en-US"/>
          </a:p>
          <a:p>
            <a:pPr defTabSz="457200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</a:pPr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452EBC8-FA49-58D8-33D3-957E83C1B3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2" b="1896"/>
          <a:stretch>
            <a:fillRect/>
          </a:stretch>
        </p:blipFill>
        <p:spPr>
          <a:xfrm>
            <a:off x="7388111" y="639098"/>
            <a:ext cx="2793288" cy="2692424"/>
          </a:xfrm>
          <a:prstGeom prst="roundRect">
            <a:avLst>
              <a:gd name="adj" fmla="val 6267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0518196-CAC5-59A1-734E-12E34C62D4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9147" y="3522111"/>
            <a:ext cx="4851216" cy="2692424"/>
          </a:xfrm>
          <a:prstGeom prst="roundRect">
            <a:avLst>
              <a:gd name="adj" fmla="val 6267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467294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86C52-8AEB-D75C-1774-8D006B8C1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Wat </a:t>
            </a:r>
            <a:r>
              <a:rPr lang="en-US" err="1">
                <a:ea typeface="Calibri Light"/>
                <a:cs typeface="Calibri Light"/>
              </a:rPr>
              <a:t>hebben</a:t>
            </a:r>
            <a:r>
              <a:rPr lang="en-US">
                <a:ea typeface="Calibri Light"/>
                <a:cs typeface="Calibri Light"/>
              </a:rPr>
              <a:t> we de </a:t>
            </a:r>
            <a:r>
              <a:rPr lang="en-US" err="1">
                <a:ea typeface="Calibri Light"/>
                <a:cs typeface="Calibri Light"/>
              </a:rPr>
              <a:t>afgelopen</a:t>
            </a:r>
            <a:r>
              <a:rPr lang="en-US">
                <a:ea typeface="Calibri Light"/>
                <a:cs typeface="Calibri Light"/>
              </a:rPr>
              <a:t> week </a:t>
            </a:r>
            <a:r>
              <a:rPr lang="en-US" err="1">
                <a:ea typeface="Calibri Light"/>
                <a:cs typeface="Calibri Light"/>
              </a:rPr>
              <a:t>onderzocht</a:t>
            </a:r>
            <a:r>
              <a:rPr lang="en-US">
                <a:ea typeface="Calibri Light"/>
                <a:cs typeface="Calibri Light"/>
              </a:rPr>
              <a:t>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4BDB7-EF0E-ABAF-7F47-98C39FA83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086038"/>
            <a:ext cx="10131425" cy="1732927"/>
          </a:xfrm>
        </p:spPr>
        <p:txBody>
          <a:bodyPr/>
          <a:lstStyle/>
          <a:p>
            <a:pPr marL="0" indent="0">
              <a:buNone/>
            </a:pPr>
            <a:r>
              <a:rPr lang="en-US" err="1">
                <a:ea typeface="Calibri"/>
                <a:cs typeface="Calibri"/>
              </a:rPr>
              <a:t>Problemen</a:t>
            </a:r>
            <a:r>
              <a:rPr lang="en-US">
                <a:ea typeface="Calibri"/>
                <a:cs typeface="Calibri"/>
              </a:rPr>
              <a:t> van </a:t>
            </a:r>
            <a:r>
              <a:rPr lang="en-US" err="1">
                <a:ea typeface="Calibri"/>
                <a:cs typeface="Calibri"/>
              </a:rPr>
              <a:t>vorige</a:t>
            </a:r>
            <a:r>
              <a:rPr lang="en-US">
                <a:ea typeface="Calibri"/>
                <a:cs typeface="Calibri"/>
              </a:rPr>
              <a:t> het </a:t>
            </a:r>
            <a:r>
              <a:rPr lang="en-US" err="1">
                <a:ea typeface="Calibri"/>
                <a:cs typeface="Calibri"/>
              </a:rPr>
              <a:t>groepje</a:t>
            </a:r>
            <a:endParaRPr lang="en-US">
              <a:ea typeface="Calibri"/>
              <a:cs typeface="Calibri"/>
            </a:endParaRPr>
          </a:p>
          <a:p>
            <a:pPr>
              <a:buClr>
                <a:srgbClr val="FFFFFF"/>
              </a:buClr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API </a:t>
            </a:r>
            <a:r>
              <a:rPr lang="en-US" err="1">
                <a:ea typeface="Calibri"/>
                <a:cs typeface="Calibri"/>
              </a:rPr>
              <a:t>onbeveiligd</a:t>
            </a:r>
            <a:endParaRPr lang="en-US">
              <a:ea typeface="Calibri"/>
              <a:cs typeface="Calibri"/>
            </a:endParaRPr>
          </a:p>
          <a:p>
            <a:pPr>
              <a:buClr>
                <a:srgbClr val="FFFFFF"/>
              </a:buClr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Check of </a:t>
            </a:r>
            <a:r>
              <a:rPr lang="en-US" err="1">
                <a:ea typeface="Calibri"/>
                <a:cs typeface="Calibri"/>
              </a:rPr>
              <a:t>iemand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wel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bij</a:t>
            </a:r>
            <a:r>
              <a:rPr lang="en-US">
                <a:ea typeface="Calibri"/>
                <a:cs typeface="Calibri"/>
              </a:rPr>
              <a:t> data mag</a:t>
            </a:r>
          </a:p>
        </p:txBody>
      </p:sp>
    </p:spTree>
    <p:extLst>
      <p:ext uri="{BB962C8B-B14F-4D97-AF65-F5344CB8AC3E}">
        <p14:creationId xmlns:p14="http://schemas.microsoft.com/office/powerpoint/2010/main" val="18065292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A166780-9337-4437-95D3-5EA9D55AAA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3D0F40-BF1F-4120-945D-90C5AAD6E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4654296" cy="6856214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640A69-3748-450C-8DDB-B2051AC04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893"/>
          <a:stretch/>
        </p:blipFill>
        <p:spPr>
          <a:xfrm>
            <a:off x="0" y="0"/>
            <a:ext cx="4644770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BEDCAB-C093-6A09-D4A5-4A5B00AD4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43466"/>
            <a:ext cx="3351530" cy="4995333"/>
          </a:xfrm>
        </p:spPr>
        <p:txBody>
          <a:bodyPr>
            <a:normAutofit/>
          </a:bodyPr>
          <a:lstStyle/>
          <a:p>
            <a:r>
              <a:rPr lang="en-US" sz="3300">
                <a:solidFill>
                  <a:srgbClr val="FFFFFF"/>
                </a:solidFill>
                <a:ea typeface="Calibri Light"/>
                <a:cs typeface="Calibri Light"/>
              </a:rPr>
              <a:t>Nieuwe afspraken met de opdrachtgever</a:t>
            </a:r>
            <a:endParaRPr lang="en-US" sz="3300">
              <a:solidFill>
                <a:srgbClr val="FFFFFF"/>
              </a:solidFill>
            </a:endParaRP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6F4F323-644B-4A47-97E9-BFB73840F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1120" y="-2"/>
            <a:ext cx="7537705" cy="68562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EF6273B-C983-2EDD-F945-6EBC047ABB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4091066"/>
              </p:ext>
            </p:extLst>
          </p:nvPr>
        </p:nvGraphicFramePr>
        <p:xfrm>
          <a:off x="5467509" y="804671"/>
          <a:ext cx="5886291" cy="49172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4886133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309F57-B331-41A7-9154-15EC2AF45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845162" cy="6858000"/>
          </a:xfrm>
          <a:custGeom>
            <a:avLst/>
            <a:gdLst>
              <a:gd name="connsiteX0" fmla="*/ 0 w 8845162"/>
              <a:gd name="connsiteY0" fmla="*/ 0 h 6858000"/>
              <a:gd name="connsiteX1" fmla="*/ 6265248 w 8845162"/>
              <a:gd name="connsiteY1" fmla="*/ 0 h 6858000"/>
              <a:gd name="connsiteX2" fmla="*/ 7537703 w 8845162"/>
              <a:gd name="connsiteY2" fmla="*/ 0 h 6858000"/>
              <a:gd name="connsiteX3" fmla="*/ 8845162 w 8845162"/>
              <a:gd name="connsiteY3" fmla="*/ 0 h 6858000"/>
              <a:gd name="connsiteX4" fmla="*/ 8845162 w 8845162"/>
              <a:gd name="connsiteY4" fmla="*/ 6858000 h 6858000"/>
              <a:gd name="connsiteX5" fmla="*/ 7537703 w 8845162"/>
              <a:gd name="connsiteY5" fmla="*/ 6858000 h 6858000"/>
              <a:gd name="connsiteX6" fmla="*/ 6265248 w 8845162"/>
              <a:gd name="connsiteY6" fmla="*/ 6858000 h 6858000"/>
              <a:gd name="connsiteX7" fmla="*/ 20957 w 8845162"/>
              <a:gd name="connsiteY7" fmla="*/ 6858000 h 6858000"/>
              <a:gd name="connsiteX8" fmla="*/ 46002 w 8845162"/>
              <a:gd name="connsiteY8" fmla="*/ 6702325 h 6858000"/>
              <a:gd name="connsiteX9" fmla="*/ 69870 w 8845162"/>
              <a:gd name="connsiteY9" fmla="*/ 6547334 h 6858000"/>
              <a:gd name="connsiteX10" fmla="*/ 93234 w 8845162"/>
              <a:gd name="connsiteY10" fmla="*/ 6391658 h 6858000"/>
              <a:gd name="connsiteX11" fmla="*/ 113237 w 8845162"/>
              <a:gd name="connsiteY11" fmla="*/ 6235295 h 6858000"/>
              <a:gd name="connsiteX12" fmla="*/ 133409 w 8845162"/>
              <a:gd name="connsiteY12" fmla="*/ 6079619 h 6858000"/>
              <a:gd name="connsiteX13" fmla="*/ 152234 w 8845162"/>
              <a:gd name="connsiteY13" fmla="*/ 5923256 h 6858000"/>
              <a:gd name="connsiteX14" fmla="*/ 168370 w 8845162"/>
              <a:gd name="connsiteY14" fmla="*/ 5768951 h 6858000"/>
              <a:gd name="connsiteX15" fmla="*/ 183667 w 8845162"/>
              <a:gd name="connsiteY15" fmla="*/ 5612589 h 6858000"/>
              <a:gd name="connsiteX16" fmla="*/ 197619 w 8845162"/>
              <a:gd name="connsiteY16" fmla="*/ 5456912 h 6858000"/>
              <a:gd name="connsiteX17" fmla="*/ 209720 w 8845162"/>
              <a:gd name="connsiteY17" fmla="*/ 5303979 h 6858000"/>
              <a:gd name="connsiteX18" fmla="*/ 221823 w 8845162"/>
              <a:gd name="connsiteY18" fmla="*/ 5148988 h 6858000"/>
              <a:gd name="connsiteX19" fmla="*/ 231908 w 8845162"/>
              <a:gd name="connsiteY19" fmla="*/ 4996055 h 6858000"/>
              <a:gd name="connsiteX20" fmla="*/ 239808 w 8845162"/>
              <a:gd name="connsiteY20" fmla="*/ 4843121 h 6858000"/>
              <a:gd name="connsiteX21" fmla="*/ 248045 w 8845162"/>
              <a:gd name="connsiteY21" fmla="*/ 4690874 h 6858000"/>
              <a:gd name="connsiteX22" fmla="*/ 254936 w 8845162"/>
              <a:gd name="connsiteY22" fmla="*/ 4539998 h 6858000"/>
              <a:gd name="connsiteX23" fmla="*/ 259811 w 8845162"/>
              <a:gd name="connsiteY23" fmla="*/ 4390493 h 6858000"/>
              <a:gd name="connsiteX24" fmla="*/ 264014 w 8845162"/>
              <a:gd name="connsiteY24" fmla="*/ 4240989 h 6858000"/>
              <a:gd name="connsiteX25" fmla="*/ 268047 w 8845162"/>
              <a:gd name="connsiteY25" fmla="*/ 4092856 h 6858000"/>
              <a:gd name="connsiteX26" fmla="*/ 269897 w 8845162"/>
              <a:gd name="connsiteY26" fmla="*/ 3946781 h 6858000"/>
              <a:gd name="connsiteX27" fmla="*/ 271913 w 8845162"/>
              <a:gd name="connsiteY27" fmla="*/ 3800705 h 6858000"/>
              <a:gd name="connsiteX28" fmla="*/ 272922 w 8845162"/>
              <a:gd name="connsiteY28" fmla="*/ 3656687 h 6858000"/>
              <a:gd name="connsiteX29" fmla="*/ 271913 w 8845162"/>
              <a:gd name="connsiteY29" fmla="*/ 3514041 h 6858000"/>
              <a:gd name="connsiteX30" fmla="*/ 271913 w 8845162"/>
              <a:gd name="connsiteY30" fmla="*/ 3372766 h 6858000"/>
              <a:gd name="connsiteX31" fmla="*/ 269897 w 8845162"/>
              <a:gd name="connsiteY31" fmla="*/ 3232863 h 6858000"/>
              <a:gd name="connsiteX32" fmla="*/ 266871 w 8845162"/>
              <a:gd name="connsiteY32" fmla="*/ 3095703 h 6858000"/>
              <a:gd name="connsiteX33" fmla="*/ 264014 w 8845162"/>
              <a:gd name="connsiteY33" fmla="*/ 2959915 h 6858000"/>
              <a:gd name="connsiteX34" fmla="*/ 260820 w 8845162"/>
              <a:gd name="connsiteY34" fmla="*/ 2826869 h 6858000"/>
              <a:gd name="connsiteX35" fmla="*/ 255946 w 8845162"/>
              <a:gd name="connsiteY35" fmla="*/ 2694510 h 6858000"/>
              <a:gd name="connsiteX36" fmla="*/ 250734 w 8845162"/>
              <a:gd name="connsiteY36" fmla="*/ 2564209 h 6858000"/>
              <a:gd name="connsiteX37" fmla="*/ 246028 w 8845162"/>
              <a:gd name="connsiteY37" fmla="*/ 2436650 h 6858000"/>
              <a:gd name="connsiteX38" fmla="*/ 232749 w 8845162"/>
              <a:gd name="connsiteY38" fmla="*/ 2187704 h 6858000"/>
              <a:gd name="connsiteX39" fmla="*/ 218630 w 8845162"/>
              <a:gd name="connsiteY39" fmla="*/ 1949046 h 6858000"/>
              <a:gd name="connsiteX40" fmla="*/ 203837 w 8845162"/>
              <a:gd name="connsiteY40" fmla="*/ 1719989 h 6858000"/>
              <a:gd name="connsiteX41" fmla="*/ 187532 w 8845162"/>
              <a:gd name="connsiteY41" fmla="*/ 1503276 h 6858000"/>
              <a:gd name="connsiteX42" fmla="*/ 170555 w 8845162"/>
              <a:gd name="connsiteY42" fmla="*/ 1296164 h 6858000"/>
              <a:gd name="connsiteX43" fmla="*/ 152234 w 8845162"/>
              <a:gd name="connsiteY43" fmla="*/ 1104140 h 6858000"/>
              <a:gd name="connsiteX44" fmla="*/ 134248 w 8845162"/>
              <a:gd name="connsiteY44" fmla="*/ 923775 h 6858000"/>
              <a:gd name="connsiteX45" fmla="*/ 116263 w 8845162"/>
              <a:gd name="connsiteY45" fmla="*/ 757811 h 6858000"/>
              <a:gd name="connsiteX46" fmla="*/ 99286 w 8845162"/>
              <a:gd name="connsiteY46" fmla="*/ 605564 h 6858000"/>
              <a:gd name="connsiteX47" fmla="*/ 83149 w 8845162"/>
              <a:gd name="connsiteY47" fmla="*/ 470461 h 6858000"/>
              <a:gd name="connsiteX48" fmla="*/ 67853 w 8845162"/>
              <a:gd name="connsiteY48" fmla="*/ 348389 h 6858000"/>
              <a:gd name="connsiteX49" fmla="*/ 55078 w 8845162"/>
              <a:gd name="connsiteY49" fmla="*/ 245519 h 6858000"/>
              <a:gd name="connsiteX50" fmla="*/ 42976 w 8845162"/>
              <a:gd name="connsiteY50" fmla="*/ 159108 h 6858000"/>
              <a:gd name="connsiteX51" fmla="*/ 25662 w 8845162"/>
              <a:gd name="connsiteY51" fmla="*/ 40464 h 6858000"/>
              <a:gd name="connsiteX52" fmla="*/ 19779 w 8845162"/>
              <a:gd name="connsiteY52" fmla="*/ 2 h 6858000"/>
              <a:gd name="connsiteX53" fmla="*/ 26532 w 8845162"/>
              <a:gd name="connsiteY53" fmla="*/ 2 h 6858000"/>
              <a:gd name="connsiteX54" fmla="*/ 26532 w 8845162"/>
              <a:gd name="connsiteY54" fmla="*/ 1 h 6858000"/>
              <a:gd name="connsiteX55" fmla="*/ 0 w 8845162"/>
              <a:gd name="connsiteY55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8845162" h="6858000">
                <a:moveTo>
                  <a:pt x="0" y="0"/>
                </a:moveTo>
                <a:lnTo>
                  <a:pt x="6265248" y="0"/>
                </a:lnTo>
                <a:lnTo>
                  <a:pt x="7537703" y="0"/>
                </a:lnTo>
                <a:lnTo>
                  <a:pt x="8845162" y="0"/>
                </a:lnTo>
                <a:lnTo>
                  <a:pt x="8845162" y="6858000"/>
                </a:lnTo>
                <a:lnTo>
                  <a:pt x="7537703" y="6858000"/>
                </a:lnTo>
                <a:lnTo>
                  <a:pt x="6265248" y="6858000"/>
                </a:lnTo>
                <a:lnTo>
                  <a:pt x="20957" y="6858000"/>
                </a:lnTo>
                <a:lnTo>
                  <a:pt x="46002" y="6702325"/>
                </a:lnTo>
                <a:lnTo>
                  <a:pt x="69870" y="6547334"/>
                </a:lnTo>
                <a:lnTo>
                  <a:pt x="93234" y="6391658"/>
                </a:lnTo>
                <a:lnTo>
                  <a:pt x="113237" y="6235295"/>
                </a:lnTo>
                <a:lnTo>
                  <a:pt x="133409" y="6079619"/>
                </a:lnTo>
                <a:lnTo>
                  <a:pt x="152234" y="5923256"/>
                </a:lnTo>
                <a:lnTo>
                  <a:pt x="168370" y="5768951"/>
                </a:lnTo>
                <a:lnTo>
                  <a:pt x="183667" y="5612589"/>
                </a:lnTo>
                <a:lnTo>
                  <a:pt x="197619" y="5456912"/>
                </a:lnTo>
                <a:lnTo>
                  <a:pt x="209720" y="5303979"/>
                </a:lnTo>
                <a:lnTo>
                  <a:pt x="221823" y="5148988"/>
                </a:lnTo>
                <a:lnTo>
                  <a:pt x="231908" y="4996055"/>
                </a:lnTo>
                <a:lnTo>
                  <a:pt x="239808" y="4843121"/>
                </a:lnTo>
                <a:lnTo>
                  <a:pt x="248045" y="4690874"/>
                </a:lnTo>
                <a:lnTo>
                  <a:pt x="254936" y="4539998"/>
                </a:lnTo>
                <a:lnTo>
                  <a:pt x="259811" y="4390493"/>
                </a:lnTo>
                <a:lnTo>
                  <a:pt x="264014" y="4240989"/>
                </a:lnTo>
                <a:lnTo>
                  <a:pt x="268047" y="4092856"/>
                </a:lnTo>
                <a:lnTo>
                  <a:pt x="269897" y="3946781"/>
                </a:lnTo>
                <a:lnTo>
                  <a:pt x="271913" y="3800705"/>
                </a:lnTo>
                <a:lnTo>
                  <a:pt x="272922" y="3656687"/>
                </a:lnTo>
                <a:lnTo>
                  <a:pt x="271913" y="3514041"/>
                </a:lnTo>
                <a:lnTo>
                  <a:pt x="271913" y="3372766"/>
                </a:lnTo>
                <a:lnTo>
                  <a:pt x="269897" y="3232863"/>
                </a:lnTo>
                <a:lnTo>
                  <a:pt x="266871" y="3095703"/>
                </a:lnTo>
                <a:lnTo>
                  <a:pt x="264014" y="2959915"/>
                </a:lnTo>
                <a:lnTo>
                  <a:pt x="260820" y="2826869"/>
                </a:lnTo>
                <a:lnTo>
                  <a:pt x="255946" y="2694510"/>
                </a:lnTo>
                <a:lnTo>
                  <a:pt x="250734" y="2564209"/>
                </a:lnTo>
                <a:lnTo>
                  <a:pt x="246028" y="2436650"/>
                </a:lnTo>
                <a:lnTo>
                  <a:pt x="232749" y="2187704"/>
                </a:lnTo>
                <a:lnTo>
                  <a:pt x="218630" y="1949046"/>
                </a:lnTo>
                <a:lnTo>
                  <a:pt x="203837" y="1719989"/>
                </a:lnTo>
                <a:lnTo>
                  <a:pt x="187532" y="1503276"/>
                </a:lnTo>
                <a:lnTo>
                  <a:pt x="170555" y="1296164"/>
                </a:lnTo>
                <a:lnTo>
                  <a:pt x="152234" y="1104140"/>
                </a:lnTo>
                <a:lnTo>
                  <a:pt x="134248" y="923775"/>
                </a:lnTo>
                <a:lnTo>
                  <a:pt x="116263" y="757811"/>
                </a:lnTo>
                <a:lnTo>
                  <a:pt x="99286" y="605564"/>
                </a:lnTo>
                <a:lnTo>
                  <a:pt x="83149" y="470461"/>
                </a:lnTo>
                <a:lnTo>
                  <a:pt x="67853" y="348389"/>
                </a:lnTo>
                <a:lnTo>
                  <a:pt x="55078" y="245519"/>
                </a:lnTo>
                <a:lnTo>
                  <a:pt x="42976" y="159108"/>
                </a:lnTo>
                <a:lnTo>
                  <a:pt x="25662" y="40464"/>
                </a:lnTo>
                <a:lnTo>
                  <a:pt x="19779" y="2"/>
                </a:lnTo>
                <a:lnTo>
                  <a:pt x="26532" y="2"/>
                </a:lnTo>
                <a:lnTo>
                  <a:pt x="26532" y="1"/>
                </a:lnTo>
                <a:lnTo>
                  <a:pt x="0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13F47-FEBB-F608-1C8C-3BBB87F01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500743"/>
            <a:ext cx="7402285" cy="1360714"/>
          </a:xfrm>
        </p:spPr>
        <p:txBody>
          <a:bodyPr>
            <a:normAutofit/>
          </a:bodyPr>
          <a:lstStyle/>
          <a:p>
            <a:r>
              <a:rPr lang="en-GB">
                <a:ea typeface="Calibri Light"/>
                <a:cs typeface="Calibri Light"/>
              </a:rPr>
              <a:t>Retrospective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3F91B-8FD3-DC7E-BAF1-B47ABD8EA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861457"/>
            <a:ext cx="7402285" cy="33921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>
                <a:ea typeface="Calibri" panose="020F0502020204030204"/>
                <a:cs typeface="Calibri" panose="020F0502020204030204"/>
              </a:rPr>
              <a:t> - </a:t>
            </a:r>
            <a:r>
              <a:rPr lang="en-GB" err="1">
                <a:ea typeface="Calibri" panose="020F0502020204030204"/>
                <a:cs typeface="Calibri" panose="020F0502020204030204"/>
              </a:rPr>
              <a:t>Samenwerking</a:t>
            </a:r>
            <a:r>
              <a:rPr lang="en-GB">
                <a:ea typeface="Calibri" panose="020F0502020204030204"/>
                <a:cs typeface="Calibri" panose="020F0502020204030204"/>
              </a:rPr>
              <a:t> ging </a:t>
            </a:r>
            <a:r>
              <a:rPr lang="en-GB" err="1">
                <a:ea typeface="Calibri" panose="020F0502020204030204"/>
                <a:cs typeface="Calibri" panose="020F0502020204030204"/>
              </a:rPr>
              <a:t>goed</a:t>
            </a:r>
            <a:endParaRPr lang="en-GB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GB">
                <a:ea typeface="Calibri" panose="020F0502020204030204"/>
                <a:cs typeface="Calibri" panose="020F0502020204030204"/>
              </a:rPr>
              <a:t> - </a:t>
            </a:r>
            <a:r>
              <a:rPr lang="en-GB" err="1">
                <a:ea typeface="Calibri" panose="020F0502020204030204"/>
                <a:cs typeface="Calibri" panose="020F0502020204030204"/>
              </a:rPr>
              <a:t>Doelen</a:t>
            </a:r>
            <a:r>
              <a:rPr lang="en-GB">
                <a:ea typeface="Calibri" panose="020F0502020204030204"/>
                <a:cs typeface="Calibri" panose="020F0502020204030204"/>
              </a:rPr>
              <a:t> </a:t>
            </a:r>
            <a:r>
              <a:rPr lang="en-GB" err="1">
                <a:ea typeface="Calibri" panose="020F0502020204030204"/>
                <a:cs typeface="Calibri" panose="020F0502020204030204"/>
              </a:rPr>
              <a:t>voor</a:t>
            </a:r>
            <a:r>
              <a:rPr lang="en-GB">
                <a:ea typeface="Calibri" panose="020F0502020204030204"/>
                <a:cs typeface="Calibri" panose="020F0502020204030204"/>
              </a:rPr>
              <a:t> de </a:t>
            </a:r>
            <a:r>
              <a:rPr lang="en-GB" err="1">
                <a:ea typeface="Calibri" panose="020F0502020204030204"/>
                <a:cs typeface="Calibri" panose="020F0502020204030204"/>
              </a:rPr>
              <a:t>afgelopen</a:t>
            </a:r>
            <a:r>
              <a:rPr lang="en-GB">
                <a:ea typeface="Calibri" panose="020F0502020204030204"/>
                <a:cs typeface="Calibri" panose="020F0502020204030204"/>
              </a:rPr>
              <a:t> week </a:t>
            </a:r>
            <a:r>
              <a:rPr lang="en-GB" err="1">
                <a:ea typeface="Calibri" panose="020F0502020204030204"/>
                <a:cs typeface="Calibri" panose="020F0502020204030204"/>
              </a:rPr>
              <a:t>merendeels</a:t>
            </a:r>
            <a:r>
              <a:rPr lang="en-GB">
                <a:ea typeface="Calibri" panose="020F0502020204030204"/>
                <a:cs typeface="Calibri" panose="020F0502020204030204"/>
              </a:rPr>
              <a:t> behaald</a:t>
            </a:r>
          </a:p>
          <a:p>
            <a:pPr marL="0" indent="0">
              <a:buNone/>
            </a:pPr>
            <a:r>
              <a:rPr lang="en-GB">
                <a:ea typeface="Calibri" panose="020F0502020204030204"/>
                <a:cs typeface="Calibri" panose="020F0502020204030204"/>
              </a:rPr>
              <a:t> - </a:t>
            </a:r>
            <a:r>
              <a:rPr lang="en-GB" err="1">
                <a:ea typeface="Calibri" panose="020F0502020204030204"/>
                <a:cs typeface="Calibri" panose="020F0502020204030204"/>
              </a:rPr>
              <a:t>Communicatie</a:t>
            </a:r>
            <a:r>
              <a:rPr lang="en-GB">
                <a:ea typeface="Calibri" panose="020F0502020204030204"/>
                <a:cs typeface="Calibri" panose="020F0502020204030204"/>
              </a:rPr>
              <a:t> was </a:t>
            </a:r>
            <a:r>
              <a:rPr lang="en-GB" err="1">
                <a:ea typeface="Calibri" panose="020F0502020204030204"/>
                <a:cs typeface="Calibri" panose="020F0502020204030204"/>
              </a:rPr>
              <a:t>goed</a:t>
            </a:r>
            <a:r>
              <a:rPr lang="en-GB">
                <a:ea typeface="Calibri" panose="020F0502020204030204"/>
                <a:cs typeface="Calibri" panose="020F0502020204030204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1654153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F65CD9-825D-44BD-8681-D42D260D4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2F64C47-BE0B-4DA4-A62F-C6922DD20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2"/>
            <a:ext cx="4125976" cy="6858002"/>
          </a:xfrm>
          <a:custGeom>
            <a:avLst/>
            <a:gdLst>
              <a:gd name="connsiteX0" fmla="*/ 4125976 w 4125976"/>
              <a:gd name="connsiteY0" fmla="*/ 0 h 6858002"/>
              <a:gd name="connsiteX1" fmla="*/ 1300393 w 4125976"/>
              <a:gd name="connsiteY1" fmla="*/ 0 h 6858002"/>
              <a:gd name="connsiteX2" fmla="*/ 1300393 w 4125976"/>
              <a:gd name="connsiteY2" fmla="*/ 2 h 6858002"/>
              <a:gd name="connsiteX3" fmla="*/ 1155520 w 4125976"/>
              <a:gd name="connsiteY3" fmla="*/ 2 h 6858002"/>
              <a:gd name="connsiteX4" fmla="*/ 1074856 w 4125976"/>
              <a:gd name="connsiteY4" fmla="*/ 88573 h 6858002"/>
              <a:gd name="connsiteX5" fmla="*/ 0 w 4125976"/>
              <a:gd name="connsiteY5" fmla="*/ 3396600 h 6858002"/>
              <a:gd name="connsiteX6" fmla="*/ 1222540 w 4125976"/>
              <a:gd name="connsiteY6" fmla="*/ 6858002 h 6858002"/>
              <a:gd name="connsiteX7" fmla="*/ 4125598 w 4125976"/>
              <a:gd name="connsiteY7" fmla="*/ 6858002 h 6858002"/>
              <a:gd name="connsiteX8" fmla="*/ 4125976 w 4125976"/>
              <a:gd name="connsiteY8" fmla="*/ 685760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5976" h="6858002">
                <a:moveTo>
                  <a:pt x="4125976" y="0"/>
                </a:moveTo>
                <a:lnTo>
                  <a:pt x="1300393" y="0"/>
                </a:lnTo>
                <a:lnTo>
                  <a:pt x="1300393" y="2"/>
                </a:lnTo>
                <a:lnTo>
                  <a:pt x="1155520" y="2"/>
                </a:lnTo>
                <a:lnTo>
                  <a:pt x="1074856" y="88573"/>
                </a:lnTo>
                <a:cubicBezTo>
                  <a:pt x="422987" y="841260"/>
                  <a:pt x="0" y="2042663"/>
                  <a:pt x="0" y="3396600"/>
                </a:cubicBezTo>
                <a:cubicBezTo>
                  <a:pt x="0" y="4846647"/>
                  <a:pt x="488259" y="6121285"/>
                  <a:pt x="1222540" y="6858002"/>
                </a:cubicBezTo>
                <a:cubicBezTo>
                  <a:pt x="4125598" y="6858002"/>
                  <a:pt x="4125598" y="6858002"/>
                  <a:pt x="4125598" y="6858002"/>
                </a:cubicBezTo>
                <a:lnTo>
                  <a:pt x="4125976" y="685760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3125F0-0A9F-AAB9-BD29-54D25CB4D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43466"/>
            <a:ext cx="2590799" cy="499533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  <a:ea typeface="Calibri Light"/>
                <a:cs typeface="Calibri Light"/>
              </a:rPr>
              <a:t>Wat is onze plan voor de volgende sprint</a:t>
            </a:r>
            <a:endParaRPr lang="en-GB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E44657-7850-9374-529C-479A2AC508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2032778"/>
              </p:ext>
            </p:extLst>
          </p:nvPr>
        </p:nvGraphicFramePr>
        <p:xfrm>
          <a:off x="4808601" y="901700"/>
          <a:ext cx="6545199" cy="48201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360128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AF6706C-CF07-43A1-BCC4-CBA5D3382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9C946AC-2072-4946-A2B8-39F09D094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748C8C8-F348-4D00-852A-26DD9EBCC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555"/>
          <a:stretch/>
        </p:blipFill>
        <p:spPr>
          <a:xfrm>
            <a:off x="0" y="0"/>
            <a:ext cx="6026763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5FF9622-973D-C108-3AF7-B2279F40A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5104" y="1109980"/>
            <a:ext cx="5191972" cy="28193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err="1">
                <a:solidFill>
                  <a:srgbClr val="FFFFFF"/>
                </a:solidFill>
              </a:rPr>
              <a:t>Vragen</a:t>
            </a:r>
            <a:r>
              <a:rPr lang="en-US" sz="4800">
                <a:solidFill>
                  <a:srgbClr val="FFFFFF"/>
                </a:solidFill>
              </a:rPr>
              <a:t>? </a:t>
            </a:r>
            <a:br>
              <a:rPr lang="en-US" sz="4800">
                <a:solidFill>
                  <a:srgbClr val="FFFFFF"/>
                </a:solidFill>
              </a:rPr>
            </a:br>
            <a:r>
              <a:rPr lang="en-US" sz="4800">
                <a:solidFill>
                  <a:srgbClr val="FFFFFF"/>
                </a:solidFill>
              </a:rPr>
              <a:t>Tips </a:t>
            </a:r>
            <a:r>
              <a:rPr lang="en-US" sz="4800" err="1">
                <a:solidFill>
                  <a:srgbClr val="FFFFFF"/>
                </a:solidFill>
              </a:rPr>
              <a:t>en</a:t>
            </a:r>
            <a:r>
              <a:rPr lang="en-US" sz="4800">
                <a:solidFill>
                  <a:srgbClr val="FFFFFF"/>
                </a:solidFill>
              </a:rPr>
              <a:t> tops</a:t>
            </a:r>
            <a:endParaRPr lang="en-US" sz="4800">
              <a:solidFill>
                <a:srgbClr val="FFFFFF"/>
              </a:solidFill>
              <a:ea typeface="Calibri Light"/>
              <a:cs typeface="Calibri Light"/>
            </a:endParaRPr>
          </a:p>
        </p:txBody>
      </p:sp>
      <p:sp useBgFill="1">
        <p:nvSpPr>
          <p:cNvPr id="15" name="Freeform 5">
            <a:extLst>
              <a:ext uri="{FF2B5EF4-FFF2-40B4-BE49-F238E27FC236}">
                <a16:creationId xmlns:a16="http://schemas.microsoft.com/office/drawing/2014/main" id="{559FD8B5-8CC4-4CFE-BD2A-1216B1F2C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5827529" y="660400"/>
            <a:ext cx="6381405" cy="6214533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17" name="Freeform 14">
            <a:extLst>
              <a:ext uri="{FF2B5EF4-FFF2-40B4-BE49-F238E27FC236}">
                <a16:creationId xmlns:a16="http://schemas.microsoft.com/office/drawing/2014/main" id="{9ECF13F4-3D2A-4F2E-9BBD-3038670D21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1603" y="104899"/>
            <a:ext cx="6896713" cy="6005491"/>
          </a:xfrm>
          <a:custGeom>
            <a:avLst/>
            <a:gdLst>
              <a:gd name="connsiteX0" fmla="*/ 3912717 w 6896713"/>
              <a:gd name="connsiteY0" fmla="*/ 0 h 6005491"/>
              <a:gd name="connsiteX1" fmla="*/ 6679426 w 6896713"/>
              <a:gd name="connsiteY1" fmla="*/ 1146008 h 6005491"/>
              <a:gd name="connsiteX2" fmla="*/ 6896713 w 6896713"/>
              <a:gd name="connsiteY2" fmla="*/ 1385085 h 6005491"/>
              <a:gd name="connsiteX3" fmla="*/ 6896713 w 6896713"/>
              <a:gd name="connsiteY3" fmla="*/ 1431256 h 6005491"/>
              <a:gd name="connsiteX4" fmla="*/ 6657442 w 6896713"/>
              <a:gd name="connsiteY4" fmla="*/ 1167992 h 6005491"/>
              <a:gd name="connsiteX5" fmla="*/ 3912717 w 6896713"/>
              <a:gd name="connsiteY5" fmla="*/ 31089 h 6005491"/>
              <a:gd name="connsiteX6" fmla="*/ 31089 w 6896713"/>
              <a:gd name="connsiteY6" fmla="*/ 3912717 h 6005491"/>
              <a:gd name="connsiteX7" fmla="*/ 593046 w 6896713"/>
              <a:gd name="connsiteY7" fmla="*/ 5925483 h 6005491"/>
              <a:gd name="connsiteX8" fmla="*/ 633874 w 6896713"/>
              <a:gd name="connsiteY8" fmla="*/ 5989169 h 6005491"/>
              <a:gd name="connsiteX9" fmla="*/ 607415 w 6896713"/>
              <a:gd name="connsiteY9" fmla="*/ 6005491 h 6005491"/>
              <a:gd name="connsiteX10" fmla="*/ 566458 w 6896713"/>
              <a:gd name="connsiteY10" fmla="*/ 5941603 h 6005491"/>
              <a:gd name="connsiteX11" fmla="*/ 0 w 6896713"/>
              <a:gd name="connsiteY11" fmla="*/ 3912717 h 6005491"/>
              <a:gd name="connsiteX12" fmla="*/ 3912717 w 6896713"/>
              <a:gd name="connsiteY12" fmla="*/ 0 h 6005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96713" h="6005491">
                <a:moveTo>
                  <a:pt x="3912717" y="0"/>
                </a:moveTo>
                <a:cubicBezTo>
                  <a:pt x="4993184" y="0"/>
                  <a:pt x="5971363" y="437946"/>
                  <a:pt x="6679426" y="1146008"/>
                </a:cubicBezTo>
                <a:lnTo>
                  <a:pt x="6896713" y="1385085"/>
                </a:lnTo>
                <a:lnTo>
                  <a:pt x="6896713" y="1431256"/>
                </a:lnTo>
                <a:lnTo>
                  <a:pt x="6657442" y="1167992"/>
                </a:lnTo>
                <a:cubicBezTo>
                  <a:pt x="5955006" y="465555"/>
                  <a:pt x="4984599" y="31089"/>
                  <a:pt x="3912717" y="31089"/>
                </a:cubicBezTo>
                <a:cubicBezTo>
                  <a:pt x="1768953" y="31089"/>
                  <a:pt x="31089" y="1768953"/>
                  <a:pt x="31089" y="3912717"/>
                </a:cubicBezTo>
                <a:cubicBezTo>
                  <a:pt x="31089" y="4649636"/>
                  <a:pt x="236442" y="5338592"/>
                  <a:pt x="593046" y="5925483"/>
                </a:cubicBezTo>
                <a:lnTo>
                  <a:pt x="633874" y="5989169"/>
                </a:lnTo>
                <a:lnTo>
                  <a:pt x="607415" y="6005491"/>
                </a:lnTo>
                <a:lnTo>
                  <a:pt x="566458" y="5941603"/>
                </a:lnTo>
                <a:cubicBezTo>
                  <a:pt x="206998" y="5350013"/>
                  <a:pt x="0" y="4655538"/>
                  <a:pt x="0" y="3912717"/>
                </a:cubicBezTo>
                <a:cubicBezTo>
                  <a:pt x="0" y="1751783"/>
                  <a:pt x="1751783" y="0"/>
                  <a:pt x="3912717" y="0"/>
                </a:cubicBezTo>
                <a:close/>
              </a:path>
            </a:pathLst>
          </a:custGeom>
          <a:solidFill>
            <a:srgbClr val="FFFFFF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9660E16-DCC0-4B6C-8E84-4C2925800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16018" y="331504"/>
            <a:ext cx="6675982" cy="5235326"/>
            <a:chOff x="5516018" y="331504"/>
            <a:chExt cx="6675982" cy="5235326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9130F79-611E-4458-B53E-36A257217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66830" y="3315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EA78691-46E9-469A-921B-9D16933EE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" flipH="1">
              <a:off x="9408861" y="3383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A4AA196-3090-4283-ADF0-893F810858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" flipH="1">
              <a:off x="9551700" y="34763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FD33794-9D71-4B08-AE11-8B589EFBA2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60000" flipH="1">
              <a:off x="9688748" y="36808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AFBF0E-867E-4181-93DF-9A13F334B0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540000" flipH="1">
              <a:off x="9824866" y="38922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7EA8258-0459-4037-BABC-B1A0A5D705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660000" flipH="1">
              <a:off x="9966867" y="41754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8BB355F-363A-4046-90AF-3DDB7AA184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780000" flipH="1">
              <a:off x="10104425" y="4458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9334308-B9EC-41CF-8B6C-23FB134BA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900000" flipH="1">
              <a:off x="10240513" y="47948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0781133-0656-4918-BE6A-703C148ED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080000" flipH="1">
              <a:off x="10373882" y="52435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B4F93AD-8044-447B-8CAC-8A06971603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0" flipH="1">
              <a:off x="10505632" y="570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AA78689-5B7A-4420-A3DC-0EA0815835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320000" flipH="1">
              <a:off x="10637382" y="62134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09CC934-4D78-4334-8B7F-4D0C13D6C9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440000" flipH="1">
              <a:off x="10760965" y="69043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68DA411-6F43-42CF-8A08-B2871E382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" flipH="1">
              <a:off x="10888991" y="755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417563A-04A5-4952-AA6D-E503558C5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740000" flipH="1">
              <a:off x="11010193" y="81974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A41B232-E630-4AC7-9A97-763529D70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860000" flipH="1">
              <a:off x="11129014" y="89566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EABA1A2-F7BA-4FB5-AD0A-A4DBBCF6F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980000" flipH="1">
              <a:off x="11249872" y="968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EA99E51-908F-4D65-AC2B-A8E75A1FE4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160000" flipH="1">
              <a:off x="11366875" y="10480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F2D126B-7D1C-4D2C-97D5-2D8C686B78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280000" flipH="1">
              <a:off x="11474058" y="11315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4B20164-1C4E-4FA3-A2E5-389E74077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0" flipH="1">
              <a:off x="11583303" y="122179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54E7AD9-228F-47CD-A598-CB579B489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520000" flipH="1">
              <a:off x="11685344" y="132177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7D2B81A-6082-4668-8AA7-F2757C8EC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700000" flipH="1">
              <a:off x="11787704" y="14176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469BD5F-3BFE-4BA0-A24F-7F80A73B8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820000" flipH="1">
              <a:off x="11880859" y="15179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24D532A-F49F-4BB9-AAA6-8B2B89CB6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940000" flipH="1">
              <a:off x="11969252" y="162743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B2224AE-40A4-483D-991E-9490A01B76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060000" flipH="1">
              <a:off x="12062016" y="173601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D3DE117-F3FA-4657-B4A7-40DE41238F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074680" y="1910249"/>
              <a:ext cx="117320" cy="82912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D85EA1EB-1126-463C-AD87-4FB126C6FF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149943" y="2083594"/>
              <a:ext cx="39676" cy="21436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0336723-7646-4B25-9EE9-519CC83342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" flipH="1">
              <a:off x="9127990" y="33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652B6D8B-5579-4262-9376-B702382B0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" flipH="1">
              <a:off x="8987576" y="33663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B07893BD-D1AE-48C1-91A9-D478793762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" flipH="1">
              <a:off x="8844859" y="35117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C6FEEA5-8E66-4C31-92AD-01305FF488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" flipH="1">
              <a:off x="8706904" y="3657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D3E18335-591C-4354-9390-DD371BB3F9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20000" flipH="1">
              <a:off x="8568008" y="3878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51098D0-C2B4-4D61-92D5-C81DDBDA22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840000" flipH="1">
              <a:off x="8429112" y="4100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EACD9C3-3E01-47CF-BC68-BDAE22E30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960000" flipH="1">
              <a:off x="8294968" y="4462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0A5C950-6480-44E0-9D50-F193147D5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080000" flipH="1">
              <a:off x="8160824" y="48237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68F1BDE-24EB-4308-AB69-F353C8598B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260000" flipH="1">
              <a:off x="8027689" y="53184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D83E12EF-845B-41E6-BA82-F6CD46C0F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380000" flipH="1">
              <a:off x="7894554" y="58132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646EE72-4D70-46B4-B655-74722AAC2A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500000" flipH="1">
              <a:off x="7761419" y="63079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72BB073B-89FD-4B47-814B-A8EE7A1EE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620000" flipH="1">
              <a:off x="7636645" y="6898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EEE25488-63A9-43E5-A03F-2E628C3B2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0" flipH="1">
              <a:off x="7511871" y="75119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2BE7FDEE-BD70-4D8F-B5CE-4D03F1D00E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920000" flipH="1">
              <a:off x="7387899" y="81977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3039673A-8522-4BFC-B8B2-7F2FEAED4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040000" flipH="1">
              <a:off x="7268530" y="8931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47AB08C4-AF01-4D1D-90EA-A4113CFF99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160000" flipH="1">
              <a:off x="7152030" y="9765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FC8E7B06-FF45-4365-9DF4-E8E315A5B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340000" flipH="1">
              <a:off x="7041695" y="10600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8F00765-F5EC-427C-A7A1-CDFA040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460000" flipH="1">
              <a:off x="6931360" y="114346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2FE1EF8A-C81D-4879-9142-3697CA0BC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580000" flipH="1">
              <a:off x="6819070" y="123586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D80C0B62-6F07-4DD2-B308-F3C29F294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700000" flipH="1">
              <a:off x="6721359" y="133274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E9C7C8CB-2D13-4138-B3C1-B78EC19B59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880000" flipH="1">
              <a:off x="6617467" y="1429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8EB1BC7E-04BC-423C-843D-7C149C25A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0" flipH="1">
              <a:off x="6520032" y="15272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A8BA62C3-B17C-4AD0-B585-1C42ED7456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120000" flipH="1">
              <a:off x="6429579" y="16416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1B6F8BD1-22F9-4EE2-93C7-F859F3B99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240000" flipH="1">
              <a:off x="6340532" y="1750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B173F2AA-33AE-4A43-AFA9-50C60D6F6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420000" flipH="1">
              <a:off x="6261757" y="18601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16339DB1-5BB0-42C5-B12D-7555AD403D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540000" flipH="1">
              <a:off x="6184144" y="19796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1413BF1A-CE02-41EB-8977-EBE39AE0D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660000" flipH="1">
              <a:off x="6106531" y="20990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7899680C-3DC7-4B71-8D34-7EE8306FE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780000" flipH="1">
              <a:off x="6043206" y="222255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3B57EA5-419A-4EE0-BB93-356B12F6D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960000" flipH="1">
              <a:off x="5978913" y="234430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37A79B15-73B1-417F-A985-25FBC893F7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080000" flipH="1">
              <a:off x="5912438" y="24706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566DE9DC-92E2-44D8-B7D0-D1295DD8F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0" flipH="1">
              <a:off x="5858875" y="260092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A9A1F3CD-685D-4541-8715-91E39B1E23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320000" flipH="1">
              <a:off x="5808182" y="273404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C63E90F9-BD80-4805-A68E-CA56D52496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500000" flipH="1">
              <a:off x="5773263" y="28668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1014402D-979B-4D18-9E85-4D8F6C986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620000" flipH="1">
              <a:off x="5735963" y="300206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2A04AE49-4B0B-4908-B1DB-480F568D28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740000" flipH="1">
              <a:off x="5700105" y="31389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3293E6AC-4EF0-4B88-AC7E-BCB112010B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860000" flipH="1">
              <a:off x="5665939" y="327548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6344B49D-AFCD-4426-AC08-F3128282C3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040000" flipH="1">
              <a:off x="5644476" y="341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83B776AB-0884-47E4-AC8D-69A19A6103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160000" flipH="1">
              <a:off x="5626530" y="3554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1EC5397-87DB-4803-855B-44DFE9BBB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280000" flipH="1">
              <a:off x="5616429" y="36918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18EF0075-59DA-4C16-BF01-C65EE2DDD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0" flipH="1">
              <a:off x="5611319" y="38353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9ABF3642-CC62-4EA5-8A59-1AFF97A560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580000" flipH="1">
              <a:off x="5608540" y="397572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F7715913-AE6D-4FFC-A6EC-E7EE027D2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700000" flipH="1">
              <a:off x="5605761" y="41160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46B78CB6-17D0-445E-A523-FD18D3BE29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820000" flipH="1">
              <a:off x="5624195" y="425421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783E7655-41DA-4DFA-9DEC-FD37064F0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940000" flipH="1">
              <a:off x="5642629" y="43923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5E953697-F897-4DE0-B735-80C721129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120000" flipH="1">
              <a:off x="5654818" y="45363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7C7CED19-0566-4D81-A59A-5A3561F1B7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240000" flipH="1">
              <a:off x="5684446" y="467136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CE247A59-B18F-4331-BC8D-07C3DA5E8E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360000" flipH="1">
              <a:off x="5714074" y="48087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F21C3132-6A07-4EB5-A00C-2176067CB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480000" flipH="1">
              <a:off x="5748464" y="49484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4067D677-3FA9-4187-B1CA-F6298A917C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660000" flipH="1">
              <a:off x="5792091" y="507760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82E9FC80-B3E8-47CE-862C-9F6E9E598A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780000" flipH="1">
              <a:off x="5847441" y="52112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2D383F3C-A57C-472A-9E05-CCD8A4F8E5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900000" flipH="1">
              <a:off x="5900410" y="53424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E534D376-6ABA-4DF9-BBEA-EB5A881804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020000" flipH="1">
              <a:off x="5955760" y="547369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Content Placeholder 3" descr="De 3 gouden vragen - Motiverende Gespreksvoering">
            <a:extLst>
              <a:ext uri="{FF2B5EF4-FFF2-40B4-BE49-F238E27FC236}">
                <a16:creationId xmlns:a16="http://schemas.microsoft.com/office/drawing/2014/main" id="{6CA51802-1890-5458-4553-8B92182D2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5001" y="2191639"/>
            <a:ext cx="3686910" cy="3686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6820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Celestial</vt:lpstr>
      <vt:lpstr>Project-C-Batterij-testsysteem Sprint 1</vt:lpstr>
      <vt:lpstr>Inhoudsopgave</vt:lpstr>
      <vt:lpstr>WAT HEBBEN WE DE AFGELOPEN WEEK ONDERZOCHT?</vt:lpstr>
      <vt:lpstr>Wat hebben we de afgelopen week onderzocht?</vt:lpstr>
      <vt:lpstr>Nieuwe afspraken met de opdrachtgever</vt:lpstr>
      <vt:lpstr>Retrospective</vt:lpstr>
      <vt:lpstr>Wat is onze plan voor de volgende sprint</vt:lpstr>
      <vt:lpstr>Vragen?  Tips en tops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2026-09-22T09:15:50Z</dcterms:created>
  <dcterms:modified xsi:type="dcterms:W3CDTF">2026-09-22T12:17:16Z</dcterms:modified>
</cp:coreProperties>
</file>